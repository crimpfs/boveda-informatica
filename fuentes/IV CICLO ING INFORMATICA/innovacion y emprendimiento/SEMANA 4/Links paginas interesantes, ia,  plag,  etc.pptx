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325" r:id="rId3"/>
    <p:sldId id="326" r:id="rId4"/>
    <p:sldId id="327" r:id="rId5"/>
    <p:sldId id="328" r:id="rId6"/>
    <p:sldId id="303" r:id="rId7"/>
    <p:sldId id="312" r:id="rId8"/>
    <p:sldId id="306" r:id="rId9"/>
    <p:sldId id="314" r:id="rId10"/>
    <p:sldId id="311" r:id="rId11"/>
    <p:sldId id="315" r:id="rId12"/>
    <p:sldId id="316" r:id="rId13"/>
    <p:sldId id="308" r:id="rId14"/>
    <p:sldId id="319" r:id="rId15"/>
    <p:sldId id="320" r:id="rId16"/>
    <p:sldId id="321" r:id="rId17"/>
    <p:sldId id="322" r:id="rId18"/>
    <p:sldId id="323" r:id="rId19"/>
    <p:sldId id="324" r:id="rId20"/>
    <p:sldId id="318" r:id="rId21"/>
    <p:sldId id="313" r:id="rId22"/>
    <p:sldId id="310" r:id="rId23"/>
  </p:sldIdLst>
  <p:sldSz cx="9144000" cy="5143500" type="screen16x9"/>
  <p:notesSz cx="6858000" cy="9144000"/>
  <p:embeddedFontLst>
    <p:embeddedFont>
      <p:font typeface="Copperplate Gothic Bold" panose="020E0705020206020404" pitchFamily="34" charset="0"/>
      <p:regular r:id="rId25"/>
    </p:embeddedFont>
    <p:embeddedFont>
      <p:font typeface="Barlow Light" panose="020B0604020202020204" charset="0"/>
      <p:regular r:id="rId26"/>
      <p:bold r:id="rId27"/>
      <p:italic r:id="rId28"/>
      <p:bold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alibri Light" panose="020F0302020204030204" pitchFamily="34" charset="0"/>
      <p:regular r:id="rId34"/>
      <p:italic r:id="rId35"/>
    </p:embeddedFont>
    <p:embeddedFont>
      <p:font typeface="Magneto" panose="04030805050802020D02" pitchFamily="82" charset="0"/>
      <p:bold r:id="rId36"/>
    </p:embeddedFont>
    <p:embeddedFont>
      <p:font typeface="Raleway SemiBold" panose="020B060402020202020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  <a:srgbClr val="6600CC"/>
    <a:srgbClr val="660066"/>
    <a:srgbClr val="FF9933"/>
    <a:srgbClr val="990000"/>
    <a:srgbClr val="666699"/>
    <a:srgbClr val="0085C8"/>
    <a:srgbClr val="A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6AFD01-F2B7-40E5-ABE3-4BE3956428FB}">
  <a:tblStyle styleId="{926AFD01-F2B7-40E5-ABE3-4BE3956428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04" autoAdjust="0"/>
  </p:normalViewPr>
  <p:slideViewPr>
    <p:cSldViewPr snapToGrid="0">
      <p:cViewPr varScale="1">
        <p:scale>
          <a:sx n="142" d="100"/>
          <a:sy n="142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546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2547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34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52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6774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0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6260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9168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681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9737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092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39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068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07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759017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321984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4190251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553686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992813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3507130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848441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249489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09856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36063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8418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256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marL="1828800" lvl="3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marL="2286000" lvl="4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marL="2743200" lvl="5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marL="3200400" lvl="6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marL="3657600" lvl="7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marL="4114800" lvl="8" indent="-355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9304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D2D5C-77CA-4D2B-8994-4117241354AF}" type="datetimeFigureOut">
              <a:rPr lang="es-PE" smtClean="0"/>
              <a:t>22/06/2021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2066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>
    <p:fade thruBlk="1"/>
  </p:transition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pachecot@unitru.edu.p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repositorio.minedu.gob.pe/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://alicia.concytec.gob.pe/vufind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scholar.google.es/schhp?hl=es" TargetMode="External"/><Relationship Id="rId5" Type="http://schemas.openxmlformats.org/officeDocument/2006/relationships/image" Target="../media/image22.png"/><Relationship Id="rId10" Type="http://schemas.openxmlformats.org/officeDocument/2006/relationships/image" Target="../media/image23.png"/><Relationship Id="rId4" Type="http://schemas.openxmlformats.org/officeDocument/2006/relationships/image" Target="../media/image21.png"/><Relationship Id="rId9" Type="http://schemas.openxmlformats.org/officeDocument/2006/relationships/hyperlink" Target="http://renati.sunedu.gob.pe/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doar.org/" TargetMode="External"/><Relationship Id="rId3" Type="http://schemas.openxmlformats.org/officeDocument/2006/relationships/hyperlink" Target="http://www.lareferencia.info/es/" TargetMode="External"/><Relationship Id="rId7" Type="http://schemas.openxmlformats.org/officeDocument/2006/relationships/image" Target="../media/image2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jpg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13" Type="http://schemas.openxmlformats.org/officeDocument/2006/relationships/image" Target="../media/image38.jpg"/><Relationship Id="rId18" Type="http://schemas.openxmlformats.org/officeDocument/2006/relationships/image" Target="../media/image43.jpg"/><Relationship Id="rId26" Type="http://schemas.openxmlformats.org/officeDocument/2006/relationships/hyperlink" Target="http://repositoriosdigitales.mincyt.gob.ar:8380/dnet-web-generic/" TargetMode="External"/><Relationship Id="rId3" Type="http://schemas.openxmlformats.org/officeDocument/2006/relationships/image" Target="../media/image28.png"/><Relationship Id="rId21" Type="http://schemas.openxmlformats.org/officeDocument/2006/relationships/hyperlink" Target="http://www.repo.informacioncientifica.cl/" TargetMode="External"/><Relationship Id="rId7" Type="http://schemas.openxmlformats.org/officeDocument/2006/relationships/image" Target="../media/image32.jpg"/><Relationship Id="rId12" Type="http://schemas.openxmlformats.org/officeDocument/2006/relationships/image" Target="../media/image37.jpg"/><Relationship Id="rId17" Type="http://schemas.openxmlformats.org/officeDocument/2006/relationships/image" Target="../media/image42.jpg"/><Relationship Id="rId25" Type="http://schemas.openxmlformats.org/officeDocument/2006/relationships/hyperlink" Target="http://rraae.org.ec/" TargetMode="Externa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1.jpg"/><Relationship Id="rId20" Type="http://schemas.openxmlformats.org/officeDocument/2006/relationships/image" Target="../media/image45.jpg"/><Relationship Id="rId29" Type="http://schemas.openxmlformats.org/officeDocument/2006/relationships/hyperlink" Target="http://www.redicces.org.sv/jspui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g"/><Relationship Id="rId11" Type="http://schemas.openxmlformats.org/officeDocument/2006/relationships/image" Target="../media/image36.jpg"/><Relationship Id="rId24" Type="http://schemas.openxmlformats.org/officeDocument/2006/relationships/hyperlink" Target="http://oasisbr.ibict.br/vufind/" TargetMode="External"/><Relationship Id="rId5" Type="http://schemas.openxmlformats.org/officeDocument/2006/relationships/image" Target="../media/image30.jpg"/><Relationship Id="rId15" Type="http://schemas.openxmlformats.org/officeDocument/2006/relationships/image" Target="../media/image40.jpg"/><Relationship Id="rId23" Type="http://schemas.openxmlformats.org/officeDocument/2006/relationships/hyperlink" Target="http://190.242.114.6:8080/web/guest/inicio" TargetMode="External"/><Relationship Id="rId28" Type="http://schemas.openxmlformats.org/officeDocument/2006/relationships/hyperlink" Target="http://www.remeri.org.mx/" TargetMode="External"/><Relationship Id="rId10" Type="http://schemas.openxmlformats.org/officeDocument/2006/relationships/image" Target="../media/image35.jpg"/><Relationship Id="rId19" Type="http://schemas.openxmlformats.org/officeDocument/2006/relationships/image" Target="../media/image44.png"/><Relationship Id="rId4" Type="http://schemas.openxmlformats.org/officeDocument/2006/relationships/image" Target="../media/image29.jpg"/><Relationship Id="rId9" Type="http://schemas.openxmlformats.org/officeDocument/2006/relationships/image" Target="../media/image34.jpg"/><Relationship Id="rId14" Type="http://schemas.openxmlformats.org/officeDocument/2006/relationships/image" Target="../media/image39.png"/><Relationship Id="rId22" Type="http://schemas.openxmlformats.org/officeDocument/2006/relationships/hyperlink" Target="http://alicia.concytec.gob.pe/alicia/" TargetMode="External"/><Relationship Id="rId27" Type="http://schemas.openxmlformats.org/officeDocument/2006/relationships/hyperlink" Target="http://kimuk.conare.ac.cr/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13" Type="http://schemas.openxmlformats.org/officeDocument/2006/relationships/hyperlink" Target="http://www.bnp.gob.pe/index.php/es/" TargetMode="External"/><Relationship Id="rId18" Type="http://schemas.openxmlformats.org/officeDocument/2006/relationships/hyperlink" Target="http://lilacs.bvsalud.org/es/" TargetMode="External"/><Relationship Id="rId3" Type="http://schemas.openxmlformats.org/officeDocument/2006/relationships/image" Target="../media/image46.jpg"/><Relationship Id="rId7" Type="http://schemas.openxmlformats.org/officeDocument/2006/relationships/image" Target="../media/image50.jpg"/><Relationship Id="rId12" Type="http://schemas.openxmlformats.org/officeDocument/2006/relationships/hyperlink" Target="http://citeseerx.ist.psu.edu/" TargetMode="External"/><Relationship Id="rId17" Type="http://schemas.openxmlformats.org/officeDocument/2006/relationships/hyperlink" Target="https://www.scopus.com/" TargetMode="External"/><Relationship Id="rId2" Type="http://schemas.openxmlformats.org/officeDocument/2006/relationships/notesSlide" Target="../notesSlides/notesSlide7.xml"/><Relationship Id="rId16" Type="http://schemas.openxmlformats.org/officeDocument/2006/relationships/hyperlink" Target="https://www.base-search.net/" TargetMode="External"/><Relationship Id="rId20" Type="http://schemas.openxmlformats.org/officeDocument/2006/relationships/hyperlink" Target="https://ideas.repec.org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9.jpg"/><Relationship Id="rId11" Type="http://schemas.openxmlformats.org/officeDocument/2006/relationships/image" Target="../media/image54.png"/><Relationship Id="rId5" Type="http://schemas.openxmlformats.org/officeDocument/2006/relationships/image" Target="../media/image48.jpg"/><Relationship Id="rId15" Type="http://schemas.openxmlformats.org/officeDocument/2006/relationships/hyperlink" Target="http://www.biologybrowser.org/" TargetMode="External"/><Relationship Id="rId10" Type="http://schemas.openxmlformats.org/officeDocument/2006/relationships/image" Target="../media/image53.png"/><Relationship Id="rId19" Type="http://schemas.openxmlformats.org/officeDocument/2006/relationships/hyperlink" Target="http://www.sciencedirect.com/" TargetMode="External"/><Relationship Id="rId4" Type="http://schemas.openxmlformats.org/officeDocument/2006/relationships/image" Target="../media/image47.jpg"/><Relationship Id="rId9" Type="http://schemas.openxmlformats.org/officeDocument/2006/relationships/image" Target="../media/image52.jpg"/><Relationship Id="rId14" Type="http://schemas.openxmlformats.org/officeDocument/2006/relationships/hyperlink" Target="https://scholar.google.com.pe/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eddolac.org/profiles/blogs/bases-1" TargetMode="External"/><Relationship Id="rId13" Type="http://schemas.openxmlformats.org/officeDocument/2006/relationships/hyperlink" Target="http://www.index-f.com/new/cuiden/" TargetMode="External"/><Relationship Id="rId3" Type="http://schemas.openxmlformats.org/officeDocument/2006/relationships/image" Target="../media/image55.jpg"/><Relationship Id="rId7" Type="http://schemas.openxmlformats.org/officeDocument/2006/relationships/hyperlink" Target="http://www.cochranelibrary.com/" TargetMode="External"/><Relationship Id="rId12" Type="http://schemas.openxmlformats.org/officeDocument/2006/relationships/image" Target="../media/image5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jpg"/><Relationship Id="rId11" Type="http://schemas.openxmlformats.org/officeDocument/2006/relationships/hyperlink" Target="http://www.scicentral.com/" TargetMode="External"/><Relationship Id="rId5" Type="http://schemas.openxmlformats.org/officeDocument/2006/relationships/image" Target="../media/image57.png"/><Relationship Id="rId10" Type="http://schemas.openxmlformats.org/officeDocument/2006/relationships/hyperlink" Target="http://www.ncbi.nlm.nih.gov/pubmed" TargetMode="External"/><Relationship Id="rId4" Type="http://schemas.openxmlformats.org/officeDocument/2006/relationships/image" Target="../media/image56.png"/><Relationship Id="rId9" Type="http://schemas.openxmlformats.org/officeDocument/2006/relationships/hyperlink" Target="http://dialnet.unirioja.es/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hyperlink" Target="http://www.bne.es/es/Inicio/index.html" TargetMode="External"/><Relationship Id="rId3" Type="http://schemas.openxmlformats.org/officeDocument/2006/relationships/image" Target="../media/image60.png"/><Relationship Id="rId7" Type="http://schemas.openxmlformats.org/officeDocument/2006/relationships/image" Target="../media/image64.jpg"/><Relationship Id="rId12" Type="http://schemas.openxmlformats.org/officeDocument/2006/relationships/hyperlink" Target="http://www.unesco.org/library/Es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hyperlink" Target="https://datos.bancomundial.org/" TargetMode="External"/><Relationship Id="rId5" Type="http://schemas.openxmlformats.org/officeDocument/2006/relationships/image" Target="../media/image62.png"/><Relationship Id="rId10" Type="http://schemas.openxmlformats.org/officeDocument/2006/relationships/hyperlink" Target="https://www.wdl.org/es/" TargetMode="External"/><Relationship Id="rId4" Type="http://schemas.openxmlformats.org/officeDocument/2006/relationships/image" Target="../media/image61.jpg"/><Relationship Id="rId9" Type="http://schemas.openxmlformats.org/officeDocument/2006/relationships/hyperlink" Target="https://www.inei.gob.pe/" TargetMode="External"/><Relationship Id="rId14" Type="http://schemas.openxmlformats.org/officeDocument/2006/relationships/hyperlink" Target="https://www.bnp.gob.pe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hyperlink" Target="http://www.redalyc.org/" TargetMode="External"/><Relationship Id="rId3" Type="http://schemas.openxmlformats.org/officeDocument/2006/relationships/image" Target="../media/image66.jpg"/><Relationship Id="rId7" Type="http://schemas.openxmlformats.org/officeDocument/2006/relationships/image" Target="../media/image70.jpg"/><Relationship Id="rId12" Type="http://schemas.openxmlformats.org/officeDocument/2006/relationships/hyperlink" Target="http://www.revistascytconacyt.mx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jpg"/><Relationship Id="rId11" Type="http://schemas.openxmlformats.org/officeDocument/2006/relationships/hyperlink" Target="http://www.latindex.org/" TargetMode="External"/><Relationship Id="rId5" Type="http://schemas.openxmlformats.org/officeDocument/2006/relationships/image" Target="../media/image68.jpg"/><Relationship Id="rId10" Type="http://schemas.openxmlformats.org/officeDocument/2006/relationships/hyperlink" Target="https://doaj.org/" TargetMode="External"/><Relationship Id="rId4" Type="http://schemas.openxmlformats.org/officeDocument/2006/relationships/image" Target="../media/image67.jpg"/><Relationship Id="rId9" Type="http://schemas.openxmlformats.org/officeDocument/2006/relationships/hyperlink" Target="http://www.scielo.org/php/index.php" TargetMode="External"/><Relationship Id="rId14" Type="http://schemas.openxmlformats.org/officeDocument/2006/relationships/hyperlink" Target="https://www.redib.org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jpg"/><Relationship Id="rId13" Type="http://schemas.openxmlformats.org/officeDocument/2006/relationships/hyperlink" Target="http://www.citeulike.org/" TargetMode="External"/><Relationship Id="rId3" Type="http://schemas.openxmlformats.org/officeDocument/2006/relationships/image" Target="../media/image72.jpg"/><Relationship Id="rId7" Type="http://schemas.openxmlformats.org/officeDocument/2006/relationships/image" Target="../media/image76.png"/><Relationship Id="rId12" Type="http://schemas.openxmlformats.org/officeDocument/2006/relationships/hyperlink" Target="http://www.myendnoteweb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jpg"/><Relationship Id="rId11" Type="http://schemas.openxmlformats.org/officeDocument/2006/relationships/hyperlink" Target="http://www.mendeley.com/" TargetMode="External"/><Relationship Id="rId5" Type="http://schemas.openxmlformats.org/officeDocument/2006/relationships/image" Target="../media/image74.png"/><Relationship Id="rId10" Type="http://schemas.openxmlformats.org/officeDocument/2006/relationships/hyperlink" Target="http://www.zotero.org/" TargetMode="External"/><Relationship Id="rId4" Type="http://schemas.openxmlformats.org/officeDocument/2006/relationships/image" Target="../media/image73.png"/><Relationship Id="rId9" Type="http://schemas.openxmlformats.org/officeDocument/2006/relationships/hyperlink" Target="http://www.refworks.com/" TargetMode="External"/><Relationship Id="rId14" Type="http://schemas.openxmlformats.org/officeDocument/2006/relationships/hyperlink" Target="http://www.refbase.net/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jpg"/><Relationship Id="rId13" Type="http://schemas.openxmlformats.org/officeDocument/2006/relationships/image" Target="../media/image88.png"/><Relationship Id="rId18" Type="http://schemas.openxmlformats.org/officeDocument/2006/relationships/hyperlink" Target="http://www.plagioverificador.com/" TargetMode="External"/><Relationship Id="rId26" Type="http://schemas.openxmlformats.org/officeDocument/2006/relationships/hyperlink" Target="http://turnitin.com/es/" TargetMode="External"/><Relationship Id="rId3" Type="http://schemas.openxmlformats.org/officeDocument/2006/relationships/image" Target="../media/image78.png"/><Relationship Id="rId21" Type="http://schemas.openxmlformats.org/officeDocument/2006/relationships/hyperlink" Target="http://es.plagiarismdetect.org/" TargetMode="External"/><Relationship Id="rId7" Type="http://schemas.openxmlformats.org/officeDocument/2006/relationships/image" Target="../media/image82.png"/><Relationship Id="rId12" Type="http://schemas.openxmlformats.org/officeDocument/2006/relationships/image" Target="../media/image87.jpg"/><Relationship Id="rId17" Type="http://schemas.openxmlformats.org/officeDocument/2006/relationships/hyperlink" Target="https://www.google.com.pe/" TargetMode="External"/><Relationship Id="rId25" Type="http://schemas.openxmlformats.org/officeDocument/2006/relationships/hyperlink" Target="http://www.urkund.com/" TargetMode="External"/><Relationship Id="rId2" Type="http://schemas.openxmlformats.org/officeDocument/2006/relationships/notesSlide" Target="../notesSlides/notesSlide12.xml"/><Relationship Id="rId16" Type="http://schemas.openxmlformats.org/officeDocument/2006/relationships/hyperlink" Target="https://www.plagscan.com/es/" TargetMode="External"/><Relationship Id="rId20" Type="http://schemas.openxmlformats.org/officeDocument/2006/relationships/hyperlink" Target="http://www.copyscape.com/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24" Type="http://schemas.openxmlformats.org/officeDocument/2006/relationships/hyperlink" Target="https://www.plag.es/" TargetMode="External"/><Relationship Id="rId5" Type="http://schemas.openxmlformats.org/officeDocument/2006/relationships/image" Target="../media/image80.png"/><Relationship Id="rId15" Type="http://schemas.openxmlformats.org/officeDocument/2006/relationships/hyperlink" Target="http://www.plagium.com/es/detectordeplagio" TargetMode="External"/><Relationship Id="rId23" Type="http://schemas.openxmlformats.org/officeDocument/2006/relationships/hyperlink" Target="https://www.duplichecker.com/" TargetMode="External"/><Relationship Id="rId10" Type="http://schemas.openxmlformats.org/officeDocument/2006/relationships/image" Target="../media/image85.png"/><Relationship Id="rId19" Type="http://schemas.openxmlformats.org/officeDocument/2006/relationships/hyperlink" Target="http://plagiarisma.net/es/" TargetMode="External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jpg"/><Relationship Id="rId22" Type="http://schemas.openxmlformats.org/officeDocument/2006/relationships/hyperlink" Target="https://antiplagiarist.softonic.com/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esearcherid.com/Home.action?returnCode=ROUTER.Unauthorized&amp;Init=Yes&amp;SrcApp=CR" TargetMode="External"/><Relationship Id="rId3" Type="http://schemas.openxmlformats.org/officeDocument/2006/relationships/image" Target="../media/image90.jpg"/><Relationship Id="rId7" Type="http://schemas.openxmlformats.org/officeDocument/2006/relationships/image" Target="../media/image94.jpg"/><Relationship Id="rId12" Type="http://schemas.openxmlformats.org/officeDocument/2006/relationships/hyperlink" Target="https://www.isbn-international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3.png"/><Relationship Id="rId11" Type="http://schemas.openxmlformats.org/officeDocument/2006/relationships/hyperlink" Target="http://www.issn.org/" TargetMode="External"/><Relationship Id="rId5" Type="http://schemas.openxmlformats.org/officeDocument/2006/relationships/image" Target="../media/image92.jpg"/><Relationship Id="rId10" Type="http://schemas.openxmlformats.org/officeDocument/2006/relationships/hyperlink" Target="http://www.doi.org/" TargetMode="External"/><Relationship Id="rId4" Type="http://schemas.openxmlformats.org/officeDocument/2006/relationships/image" Target="../media/image91.jpg"/><Relationship Id="rId9" Type="http://schemas.openxmlformats.org/officeDocument/2006/relationships/hyperlink" Target="https://orcid.org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tRyq8CD6ak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eprints.ucm.es/10682/1/capituloE_learning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2"/>
          <p:cNvGrpSpPr/>
          <p:nvPr/>
        </p:nvGrpSpPr>
        <p:grpSpPr>
          <a:xfrm>
            <a:off x="5564114" y="1861390"/>
            <a:ext cx="2546217" cy="2272283"/>
            <a:chOff x="5122427" y="668001"/>
            <a:chExt cx="3841143" cy="3893303"/>
          </a:xfrm>
        </p:grpSpPr>
        <p:grpSp>
          <p:nvGrpSpPr>
            <p:cNvPr id="64" name="Google Shape;64;p12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65" name="Google Shape;65;p12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19" extrusionOk="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2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77247" extrusionOk="0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2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avLst/>
                <a:gdLst/>
                <a:ahLst/>
                <a:cxnLst/>
                <a:rect l="l" t="t" r="r" b="b"/>
                <a:pathLst>
                  <a:path w="52292" h="22389" extrusionOk="0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2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avLst/>
                <a:gdLst/>
                <a:ahLst/>
                <a:cxnLst/>
                <a:rect l="l" t="t" r="r" b="b"/>
                <a:pathLst>
                  <a:path w="2069115" h="2805383" extrusionOk="0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2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avLst/>
                <a:gdLst/>
                <a:ahLst/>
                <a:cxnLst/>
                <a:rect l="l" t="t" r="r" b="b"/>
                <a:pathLst>
                  <a:path w="2069020" h="2805423" extrusionOk="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2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878" extrusionOk="0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2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avLst/>
                <a:gdLst/>
                <a:ahLst/>
                <a:cxnLst/>
                <a:rect l="l" t="t" r="r" b="b"/>
                <a:pathLst>
                  <a:path w="2018061" h="2673785" extrusionOk="0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2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51" h="1986608" extrusionOk="0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2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7084" extrusionOk="0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2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avLst/>
                <a:gdLst/>
                <a:ahLst/>
                <a:cxnLst/>
                <a:rect l="l" t="t" r="r" b="b"/>
                <a:pathLst>
                  <a:path w="41719" h="37052" extrusionOk="0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2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avLst/>
                <a:gdLst/>
                <a:ahLst/>
                <a:cxnLst/>
                <a:rect l="l" t="t" r="r" b="b"/>
                <a:pathLst>
                  <a:path w="30860" h="40671" extrusionOk="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2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18" extrusionOk="0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2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avLst/>
                <a:gdLst/>
                <a:ahLst/>
                <a:cxnLst/>
                <a:rect l="l" t="t" r="r" b="b"/>
                <a:pathLst>
                  <a:path w="3440892" h="1986608" extrusionOk="0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2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2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2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2" extrusionOk="0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2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2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2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7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2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9" extrusionOk="0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2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38" extrusionOk="0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2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2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2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46" extrusionOk="0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2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2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2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avLst/>
                <a:gdLst/>
                <a:ahLst/>
                <a:cxnLst/>
                <a:rect l="l" t="t" r="r" b="b"/>
                <a:pathLst>
                  <a:path w="283033" h="163345" extrusionOk="0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2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2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548" extrusionOk="0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64" extrusionOk="0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307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15" extrusionOk="0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2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2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avLst/>
                <a:gdLst/>
                <a:ahLst/>
                <a:cxnLst/>
                <a:rect l="l" t="t" r="r" b="b"/>
                <a:pathLst>
                  <a:path w="283047" h="163399" extrusionOk="0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avLst/>
                <a:gdLst/>
                <a:ahLst/>
                <a:cxnLst/>
                <a:rect l="l" t="t" r="r" b="b"/>
                <a:pathLst>
                  <a:path w="313122" h="199558" extrusionOk="0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189" extrusionOk="0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51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2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46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2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avLst/>
                <a:gdLst/>
                <a:ahLst/>
                <a:cxnLst/>
                <a:rect l="l" t="t" r="r" b="b"/>
                <a:pathLst>
                  <a:path w="253854" h="146540" extrusionOk="0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2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2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avLst/>
                <a:gdLst/>
                <a:ahLst/>
                <a:cxnLst/>
                <a:rect l="l" t="t" r="r" b="b"/>
                <a:pathLst>
                  <a:path w="738494" h="426244" extrusionOk="0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2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2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64" extrusionOk="0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2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25" extrusionOk="0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64" extrusionOk="0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49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37" extrusionOk="0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0" extrusionOk="0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5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avLst/>
                <a:gdLst/>
                <a:ahLst/>
                <a:cxnLst/>
                <a:rect l="l" t="t" r="r" b="b"/>
                <a:pathLst>
                  <a:path w="221039" h="127370" extrusionOk="0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avLst/>
                <a:gdLst/>
                <a:ahLst/>
                <a:cxnLst/>
                <a:rect l="l" t="t" r="r" b="b"/>
                <a:pathLst>
                  <a:path w="318480" h="183800" extrusionOk="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281" extrusionOk="0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8" extrusionOk="0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avLst/>
                <a:gdLst/>
                <a:ahLst/>
                <a:cxnLst/>
                <a:rect l="l" t="t" r="r" b="b"/>
                <a:pathLst>
                  <a:path w="220334" h="127131" extrusionOk="0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281" extrusionOk="0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avLst/>
                <a:gdLst/>
                <a:ahLst/>
                <a:cxnLst/>
                <a:rect l="l" t="t" r="r" b="b"/>
                <a:pathLst>
                  <a:path w="220563" h="127308" extrusionOk="0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6979" extrusionOk="0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2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avLst/>
                <a:gdLst/>
                <a:ahLst/>
                <a:cxnLst/>
                <a:rect l="l" t="t" r="r" b="b"/>
                <a:pathLst>
                  <a:path w="220517" h="127300" extrusionOk="0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2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220524" h="127281" extrusionOk="0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2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80989" h="219907" extrusionOk="0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2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avLst/>
                <a:gdLst/>
                <a:ahLst/>
                <a:cxnLst/>
                <a:rect l="l" t="t" r="r" b="b"/>
                <a:pathLst>
                  <a:path w="253901" h="146525" extrusionOk="0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2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avLst/>
                <a:gdLst/>
                <a:ahLst/>
                <a:cxnLst/>
                <a:rect l="l" t="t" r="r" b="b"/>
                <a:pathLst>
                  <a:path w="1926000" h="1111651" extrusionOk="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2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avLst/>
                <a:gdLst/>
                <a:ahLst/>
                <a:cxnLst/>
                <a:rect l="l" t="t" r="r" b="b"/>
                <a:pathLst>
                  <a:path w="1451798" h="838156" extrusionOk="0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2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avLst/>
                <a:gdLst/>
                <a:ahLst/>
                <a:cxnLst/>
                <a:rect l="l" t="t" r="r" b="b"/>
                <a:pathLst>
                  <a:path w="1449895" h="828048" extrusionOk="0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2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avLst/>
                <a:gdLst/>
                <a:ahLst/>
                <a:cxnLst/>
                <a:rect l="l" t="t" r="r" b="b"/>
                <a:pathLst>
                  <a:path w="1867947" h="1123828" extrusionOk="0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2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avLst/>
                <a:gdLst/>
                <a:ahLst/>
                <a:cxnLst/>
                <a:rect l="l" t="t" r="r" b="b"/>
                <a:pathLst>
                  <a:path w="657230" h="440903" extrusionOk="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2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282" extrusionOk="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2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avLst/>
                <a:gdLst/>
                <a:ahLst/>
                <a:cxnLst/>
                <a:rect l="l" t="t" r="r" b="b"/>
                <a:pathLst>
                  <a:path w="490070" h="322194" extrusionOk="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2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0998" extrusionOk="0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2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avLst/>
                <a:gdLst/>
                <a:ahLst/>
                <a:cxnLst/>
                <a:rect l="l" t="t" r="r" b="b"/>
                <a:pathLst>
                  <a:path w="657231" h="440923" extrusionOk="0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2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74" extrusionOk="0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2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avLst/>
                <a:gdLst/>
                <a:ahLst/>
                <a:cxnLst/>
                <a:rect l="l" t="t" r="r" b="b"/>
                <a:pathLst>
                  <a:path w="490068" h="322283" extrusionOk="0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2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avLst/>
                <a:gdLst/>
                <a:ahLst/>
                <a:cxnLst/>
                <a:rect l="l" t="t" r="r" b="b"/>
                <a:pathLst>
                  <a:path w="401289" h="271152" extrusionOk="0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2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avLst/>
                <a:gdLst/>
                <a:ahLst/>
                <a:cxnLst/>
                <a:rect l="l" t="t" r="r" b="b"/>
                <a:pathLst>
                  <a:path w="893444" h="828868" extrusionOk="0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2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avLst/>
                <a:gdLst/>
                <a:ahLst/>
                <a:cxnLst/>
                <a:rect l="l" t="t" r="r" b="b"/>
                <a:pathLst>
                  <a:path w="630461" h="733619" extrusionOk="0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2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avLst/>
                <a:gdLst/>
                <a:ahLst/>
                <a:cxnLst/>
                <a:rect l="l" t="t" r="r" b="b"/>
                <a:pathLst>
                  <a:path w="893445" h="788955" extrusionOk="0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2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83869" extrusionOk="0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2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5661" extrusionOk="0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2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avLst/>
                <a:gdLst/>
                <a:ahLst/>
                <a:cxnLst/>
                <a:rect l="l" t="t" r="r" b="b"/>
                <a:pathLst>
                  <a:path w="893349" h="341800" extrusionOk="0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w="1037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2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avLst/>
                <a:gdLst/>
                <a:ahLst/>
                <a:cxnLst/>
                <a:rect l="l" t="t" r="r" b="b"/>
                <a:pathLst>
                  <a:path w="34480" h="59626" extrusionOk="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2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2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2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avLst/>
                <a:gdLst/>
                <a:ahLst/>
                <a:cxnLst/>
                <a:rect l="l" t="t" r="r" b="b"/>
                <a:pathLst>
                  <a:path w="34599" h="59831" extrusionOk="0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2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226128" extrusionOk="0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2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409197" extrusionOk="0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2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avLst/>
                <a:gdLst/>
                <a:ahLst/>
                <a:cxnLst/>
                <a:rect l="l" t="t" r="r" b="b"/>
                <a:pathLst>
                  <a:path w="55625" h="374240" extrusionOk="0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2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avLst/>
                <a:gdLst/>
                <a:ahLst/>
                <a:cxnLst/>
                <a:rect l="l" t="t" r="r" b="b"/>
                <a:pathLst>
                  <a:path w="55627" h="318519" extrusionOk="0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2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avLst/>
                <a:gdLst/>
                <a:ahLst/>
                <a:cxnLst/>
                <a:rect l="l" t="t" r="r" b="b"/>
                <a:pathLst>
                  <a:path w="55632" h="183161" extrusionOk="0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2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501818" extrusionOk="0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2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avLst/>
                <a:gdLst/>
                <a:ahLst/>
                <a:cxnLst/>
                <a:rect l="l" t="t" r="r" b="b"/>
                <a:pathLst>
                  <a:path w="55722" h="183106" extrusionOk="0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2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avLst/>
                <a:gdLst/>
                <a:ahLst/>
                <a:cxnLst/>
                <a:rect l="l" t="t" r="r" b="b"/>
                <a:pathLst>
                  <a:path w="55727" h="226167" extrusionOk="0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12"/>
            <p:cNvSpPr/>
            <p:nvPr/>
          </p:nvSpPr>
          <p:spPr>
            <a:xfrm>
              <a:off x="6986665" y="3342725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12"/>
            <p:cNvSpPr/>
            <p:nvPr/>
          </p:nvSpPr>
          <p:spPr>
            <a:xfrm>
              <a:off x="7014156" y="3327342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2"/>
            <p:cNvSpPr/>
            <p:nvPr/>
          </p:nvSpPr>
          <p:spPr>
            <a:xfrm>
              <a:off x="7014156" y="3298709"/>
              <a:ext cx="1789199" cy="1033007"/>
            </a:xfrm>
            <a:custGeom>
              <a:avLst/>
              <a:gdLst/>
              <a:ahLst/>
              <a:cxnLst/>
              <a:rect l="l" t="t" r="r" b="b"/>
              <a:pathLst>
                <a:path w="2237898" h="1292066" extrusionOk="0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7976493" y="3396565"/>
              <a:ext cx="664277" cy="383503"/>
            </a:xfrm>
            <a:custGeom>
              <a:avLst/>
              <a:gdLst/>
              <a:ahLst/>
              <a:cxnLst/>
              <a:rect l="l" t="t" r="r" b="b"/>
              <a:pathLst>
                <a:path w="830865" h="479678" extrusionOk="0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912754" y="3450709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2"/>
            <p:cNvSpPr/>
            <p:nvPr/>
          </p:nvSpPr>
          <p:spPr>
            <a:xfrm>
              <a:off x="7863331" y="3479190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2"/>
            <p:cNvSpPr/>
            <p:nvPr/>
          </p:nvSpPr>
          <p:spPr>
            <a:xfrm>
              <a:off x="7813984" y="3507747"/>
              <a:ext cx="634273" cy="366217"/>
            </a:xfrm>
            <a:custGeom>
              <a:avLst/>
              <a:gdLst/>
              <a:ahLst/>
              <a:cxnLst/>
              <a:rect l="l" t="t" r="r" b="b"/>
              <a:pathLst>
                <a:path w="793337" h="458057" extrusionOk="0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2"/>
            <p:cNvSpPr/>
            <p:nvPr/>
          </p:nvSpPr>
          <p:spPr>
            <a:xfrm>
              <a:off x="7451727" y="3699575"/>
              <a:ext cx="664201" cy="383503"/>
            </a:xfrm>
            <a:custGeom>
              <a:avLst/>
              <a:gdLst/>
              <a:ahLst/>
              <a:cxnLst/>
              <a:rect l="l" t="t" r="r" b="b"/>
              <a:pathLst>
                <a:path w="830770" h="479679" extrusionOk="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2"/>
            <p:cNvSpPr/>
            <p:nvPr/>
          </p:nvSpPr>
          <p:spPr>
            <a:xfrm>
              <a:off x="7387988" y="3753643"/>
              <a:ext cx="592922" cy="342381"/>
            </a:xfrm>
            <a:custGeom>
              <a:avLst/>
              <a:gdLst/>
              <a:ahLst/>
              <a:cxnLst/>
              <a:rect l="l" t="t" r="r" b="b"/>
              <a:pathLst>
                <a:path w="741616" h="428244" extrusionOk="0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2"/>
            <p:cNvSpPr/>
            <p:nvPr/>
          </p:nvSpPr>
          <p:spPr>
            <a:xfrm>
              <a:off x="7338565" y="3782200"/>
              <a:ext cx="581727" cy="335832"/>
            </a:xfrm>
            <a:custGeom>
              <a:avLst/>
              <a:gdLst/>
              <a:ahLst/>
              <a:cxnLst/>
              <a:rect l="l" t="t" r="r" b="b"/>
              <a:pathLst>
                <a:path w="727614" h="420052" extrusionOk="0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7289218" y="3810681"/>
              <a:ext cx="496361" cy="286637"/>
            </a:xfrm>
            <a:custGeom>
              <a:avLst/>
              <a:gdLst/>
              <a:ahLst/>
              <a:cxnLst/>
              <a:rect l="l" t="t" r="r" b="b"/>
              <a:pathLst>
                <a:path w="620839" h="358520" extrusionOk="0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2"/>
            <p:cNvSpPr/>
            <p:nvPr/>
          </p:nvSpPr>
          <p:spPr>
            <a:xfrm>
              <a:off x="7582329" y="3561435"/>
              <a:ext cx="337202" cy="194645"/>
            </a:xfrm>
            <a:custGeom>
              <a:avLst/>
              <a:gdLst/>
              <a:ahLst/>
              <a:cxnLst/>
              <a:rect l="l" t="t" r="r" b="b"/>
              <a:pathLst>
                <a:path w="421766" h="243458" extrusionOk="0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2"/>
            <p:cNvSpPr/>
            <p:nvPr/>
          </p:nvSpPr>
          <p:spPr>
            <a:xfrm>
              <a:off x="7800200" y="3687162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2"/>
            <p:cNvSpPr/>
            <p:nvPr/>
          </p:nvSpPr>
          <p:spPr>
            <a:xfrm>
              <a:off x="8018073" y="3812966"/>
              <a:ext cx="337202" cy="194721"/>
            </a:xfrm>
            <a:custGeom>
              <a:avLst/>
              <a:gdLst/>
              <a:ahLst/>
              <a:cxnLst/>
              <a:rect l="l" t="t" r="r" b="b"/>
              <a:pathLst>
                <a:path w="421766" h="243554" extrusionOk="0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2"/>
            <p:cNvSpPr/>
            <p:nvPr/>
          </p:nvSpPr>
          <p:spPr>
            <a:xfrm>
              <a:off x="6687910" y="670084"/>
              <a:ext cx="163899" cy="239625"/>
            </a:xfrm>
            <a:custGeom>
              <a:avLst/>
              <a:gdLst/>
              <a:ahLst/>
              <a:cxnLst/>
              <a:rect l="l" t="t" r="r" b="b"/>
              <a:pathLst>
                <a:path w="205002" h="299719" extrusionOk="0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2"/>
            <p:cNvSpPr/>
            <p:nvPr/>
          </p:nvSpPr>
          <p:spPr>
            <a:xfrm>
              <a:off x="6700339" y="668001"/>
              <a:ext cx="78506" cy="96744"/>
            </a:xfrm>
            <a:custGeom>
              <a:avLst/>
              <a:gdLst/>
              <a:ahLst/>
              <a:cxnLst/>
              <a:rect l="l" t="t" r="r" b="b"/>
              <a:pathLst>
                <a:path w="98194" h="121006" extrusionOk="0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2"/>
            <p:cNvSpPr/>
            <p:nvPr/>
          </p:nvSpPr>
          <p:spPr>
            <a:xfrm>
              <a:off x="6715688" y="773039"/>
              <a:ext cx="96838" cy="108380"/>
            </a:xfrm>
            <a:custGeom>
              <a:avLst/>
              <a:gdLst/>
              <a:ahLst/>
              <a:cxnLst/>
              <a:rect l="l" t="t" r="r" b="b"/>
              <a:pathLst>
                <a:path w="121123" h="135560" extrusionOk="0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2"/>
            <p:cNvSpPr/>
            <p:nvPr/>
          </p:nvSpPr>
          <p:spPr>
            <a:xfrm>
              <a:off x="6550295" y="816287"/>
              <a:ext cx="182749" cy="260151"/>
            </a:xfrm>
            <a:custGeom>
              <a:avLst/>
              <a:gdLst/>
              <a:ahLst/>
              <a:cxnLst/>
              <a:rect l="l" t="t" r="r" b="b"/>
              <a:pathLst>
                <a:path w="228579" h="325392" extrusionOk="0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6687493" y="808527"/>
              <a:ext cx="141166" cy="186207"/>
            </a:xfrm>
            <a:custGeom>
              <a:avLst/>
              <a:gdLst/>
              <a:ahLst/>
              <a:cxnLst/>
              <a:rect l="l" t="t" r="r" b="b"/>
              <a:pathLst>
                <a:path w="176568" h="232904" extrusionOk="0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6712641" y="675415"/>
              <a:ext cx="103849" cy="127932"/>
            </a:xfrm>
            <a:custGeom>
              <a:avLst/>
              <a:gdLst/>
              <a:ahLst/>
              <a:cxnLst/>
              <a:rect l="l" t="t" r="r" b="b"/>
              <a:pathLst>
                <a:path w="129892" h="160015" extrusionOk="0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2"/>
            <p:cNvSpPr/>
            <p:nvPr/>
          </p:nvSpPr>
          <p:spPr>
            <a:xfrm>
              <a:off x="6716857" y="674913"/>
              <a:ext cx="104260" cy="98126"/>
            </a:xfrm>
            <a:custGeom>
              <a:avLst/>
              <a:gdLst/>
              <a:ahLst/>
              <a:cxnLst/>
              <a:rect l="l" t="t" r="r" b="b"/>
              <a:pathLst>
                <a:path w="130406" h="122734" extrusionOk="0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6591681" y="1319278"/>
              <a:ext cx="81988" cy="62539"/>
            </a:xfrm>
            <a:custGeom>
              <a:avLst/>
              <a:gdLst/>
              <a:ahLst/>
              <a:cxnLst/>
              <a:rect l="l" t="t" r="r" b="b"/>
              <a:pathLst>
                <a:path w="102549" h="78223" extrusionOk="0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>
              <a:off x="6592043" y="1339232"/>
              <a:ext cx="81616" cy="42611"/>
            </a:xfrm>
            <a:custGeom>
              <a:avLst/>
              <a:gdLst/>
              <a:ahLst/>
              <a:cxnLst/>
              <a:rect l="l" t="t" r="r" b="b"/>
              <a:pathLst>
                <a:path w="102084" h="53297" extrusionOk="0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6550653" y="1292322"/>
              <a:ext cx="75049" cy="58139"/>
            </a:xfrm>
            <a:custGeom>
              <a:avLst/>
              <a:gdLst/>
              <a:ahLst/>
              <a:cxnLst/>
              <a:rect l="l" t="t" r="r" b="b"/>
              <a:pathLst>
                <a:path w="93870" h="72719" extrusionOk="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6550998" y="1311512"/>
              <a:ext cx="74752" cy="39022"/>
            </a:xfrm>
            <a:custGeom>
              <a:avLst/>
              <a:gdLst/>
              <a:ahLst/>
              <a:cxnLst/>
              <a:rect l="l" t="t" r="r" b="b"/>
              <a:pathLst>
                <a:path w="93498" h="48808" extrusionOk="0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6578488" y="992358"/>
              <a:ext cx="178709" cy="308230"/>
            </a:xfrm>
            <a:custGeom>
              <a:avLst/>
              <a:gdLst/>
              <a:ahLst/>
              <a:cxnLst/>
              <a:rect l="l" t="t" r="r" b="b"/>
              <a:pathLst>
                <a:path w="223526" h="385528" extrusionOk="0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6627226" y="992967"/>
              <a:ext cx="177917" cy="333745"/>
            </a:xfrm>
            <a:custGeom>
              <a:avLst/>
              <a:gdLst/>
              <a:ahLst/>
              <a:cxnLst/>
              <a:rect l="l" t="t" r="r" b="b"/>
              <a:pathLst>
                <a:path w="222535" h="417442" extrusionOk="0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560953" y="971949"/>
              <a:ext cx="266059" cy="244904"/>
            </a:xfrm>
            <a:custGeom>
              <a:avLst/>
              <a:gdLst/>
              <a:ahLst/>
              <a:cxnLst/>
              <a:rect l="l" t="t" r="r" b="b"/>
              <a:pathLst>
                <a:path w="332782" h="306321" extrusionOk="0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774876" y="827227"/>
              <a:ext cx="92463" cy="324160"/>
            </a:xfrm>
            <a:custGeom>
              <a:avLst/>
              <a:gdLst/>
              <a:ahLst/>
              <a:cxnLst/>
              <a:rect l="l" t="t" r="r" b="b"/>
              <a:pathLst>
                <a:path w="115651" h="405453" extrusionOk="0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792998" y="823141"/>
              <a:ext cx="55907" cy="71103"/>
            </a:xfrm>
            <a:custGeom>
              <a:avLst/>
              <a:gdLst/>
              <a:ahLst/>
              <a:cxnLst/>
              <a:rect l="l" t="t" r="r" b="b"/>
              <a:pathLst>
                <a:path w="69928" h="88934" extrusionOk="0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683350" y="808424"/>
              <a:ext cx="47823" cy="50210"/>
            </a:xfrm>
            <a:custGeom>
              <a:avLst/>
              <a:gdLst/>
              <a:ahLst/>
              <a:cxnLst/>
              <a:rect l="l" t="t" r="r" b="b"/>
              <a:pathLst>
                <a:path w="59816" h="62802" extrusionOk="0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2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avLst/>
                <a:gdLst/>
                <a:ahLst/>
                <a:cxnLst/>
                <a:rect l="l" t="t" r="r" b="b"/>
                <a:pathLst>
                  <a:path w="217597" h="318657" extrusionOk="0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avLst/>
                <a:gdLst/>
                <a:ahLst/>
                <a:cxnLst/>
                <a:rect l="l" t="t" r="r" b="b"/>
                <a:pathLst>
                  <a:path w="40647" h="235450" extrusionOk="0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2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avLst/>
                <a:gdLst/>
                <a:ahLst/>
                <a:cxnLst/>
                <a:rect l="l" t="t" r="r" b="b"/>
                <a:pathLst>
                  <a:path w="103921" h="128329" extrusionOk="0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2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avLst/>
                <a:gdLst/>
                <a:ahLst/>
                <a:cxnLst/>
                <a:rect l="l" t="t" r="r" b="b"/>
                <a:pathLst>
                  <a:path w="128622" h="143860" extrusionOk="0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2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avLst/>
                <a:gdLst/>
                <a:ahLst/>
                <a:cxnLst/>
                <a:rect l="l" t="t" r="r" b="b"/>
                <a:pathLst>
                  <a:path w="187397" h="215209" extrusionOk="0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avLst/>
                <a:gdLst/>
                <a:ahLst/>
                <a:cxnLst/>
                <a:rect l="l" t="t" r="r" b="b"/>
                <a:pathLst>
                  <a:path w="138529" h="170431" extrusionOk="0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2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avLst/>
                <a:gdLst/>
                <a:ahLst/>
                <a:cxnLst/>
                <a:rect l="l" t="t" r="r" b="b"/>
                <a:pathLst>
                  <a:path w="138474" h="130867" extrusionOk="0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2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avLst/>
                <a:gdLst/>
                <a:ahLst/>
                <a:cxnLst/>
                <a:rect l="l" t="t" r="r" b="b"/>
                <a:pathLst>
                  <a:path w="93089" h="307779" extrusionOk="0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2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avLst/>
                <a:gdLst/>
                <a:ahLst/>
                <a:cxnLst/>
                <a:rect l="l" t="t" r="r" b="b"/>
                <a:pathLst>
                  <a:path w="108744" h="83141" extrusionOk="0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2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avLst/>
                <a:gdLst/>
                <a:ahLst/>
                <a:cxnLst/>
                <a:rect l="l" t="t" r="r" b="b"/>
                <a:pathLst>
                  <a:path w="108204" h="56238" extrusionOk="0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2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avLst/>
                <a:gdLst/>
                <a:ahLst/>
                <a:cxnLst/>
                <a:rect l="l" t="t" r="r" b="b"/>
                <a:pathLst>
                  <a:path w="99827" h="77341" extrusionOk="0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2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avLst/>
                <a:gdLst/>
                <a:ahLst/>
                <a:cxnLst/>
                <a:rect l="l" t="t" r="r" b="b"/>
                <a:pathLst>
                  <a:path w="99536" h="51729" extrusionOk="0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2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avLst/>
                <a:gdLst/>
                <a:ahLst/>
                <a:cxnLst/>
                <a:rect l="l" t="t" r="r" b="b"/>
                <a:pathLst>
                  <a:path w="213068" h="744450" extrusionOk="0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2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avLst/>
                <a:gdLst/>
                <a:ahLst/>
                <a:cxnLst/>
                <a:rect l="l" t="t" r="r" b="b"/>
                <a:pathLst>
                  <a:path w="226922" h="495109" extrusionOk="0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2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avLst/>
                <a:gdLst/>
                <a:ahLst/>
                <a:cxnLst/>
                <a:rect l="l" t="t" r="r" b="b"/>
                <a:pathLst>
                  <a:path w="76263" h="95029" extrusionOk="0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12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avLst/>
                <a:gdLst/>
                <a:ahLst/>
                <a:cxnLst/>
                <a:rect l="l" t="t" r="r" b="b"/>
                <a:pathLst>
                  <a:path w="63531" h="66745" extrusionOk="0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2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222" name="Google Shape;222;p12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" name="Google Shape;223;p12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" name="Google Shape;224;p12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12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12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12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12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12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12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1" name="Google Shape;231;p12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2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2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2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2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2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avLst/>
                <a:gdLst/>
                <a:ahLst/>
                <a:cxnLst/>
                <a:rect l="l" t="t" r="r" b="b"/>
                <a:pathLst>
                  <a:path w="432244" h="249555" extrusionOk="0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12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avLst/>
                <a:gdLst/>
                <a:ahLst/>
                <a:cxnLst/>
                <a:rect l="l" t="t" r="r" b="b"/>
                <a:pathLst>
                  <a:path w="122876" h="95119" extrusionOk="0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12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avLst/>
                <a:gdLst/>
                <a:ahLst/>
                <a:cxnLst/>
                <a:rect l="l" t="t" r="r" b="b"/>
                <a:pathLst>
                  <a:path w="122242" h="63751" extrusionOk="0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12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avLst/>
                <a:gdLst/>
                <a:ahLst/>
                <a:cxnLst/>
                <a:rect l="l" t="t" r="r" b="b"/>
                <a:pathLst>
                  <a:path w="122771" h="91654" extrusionOk="0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2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avLst/>
                <a:gdLst/>
                <a:ahLst/>
                <a:cxnLst/>
                <a:rect l="l" t="t" r="r" b="b"/>
                <a:pathLst>
                  <a:path w="122230" h="63800" extrusionOk="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12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avLst/>
                <a:gdLst/>
                <a:ahLst/>
                <a:cxnLst/>
                <a:rect l="l" t="t" r="r" b="b"/>
                <a:pathLst>
                  <a:path w="211613" h="606004" extrusionOk="0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12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avLst/>
                <a:gdLst/>
                <a:ahLst/>
                <a:cxnLst/>
                <a:rect l="l" t="t" r="r" b="b"/>
                <a:pathLst>
                  <a:path w="135319" h="132132" extrusionOk="0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2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avLst/>
                <a:gdLst/>
                <a:ahLst/>
                <a:cxnLst/>
                <a:rect l="l" t="t" r="r" b="b"/>
                <a:pathLst>
                  <a:path w="192267" h="377666" extrusionOk="0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12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avLst/>
                <a:gdLst/>
                <a:ahLst/>
                <a:cxnLst/>
                <a:rect l="l" t="t" r="r" b="b"/>
                <a:pathLst>
                  <a:path w="219367" h="442443" extrusionOk="0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5" name="Google Shape;245;p12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avLst/>
                <a:gdLst/>
                <a:ahLst/>
                <a:cxnLst/>
                <a:rect l="l" t="t" r="r" b="b"/>
                <a:pathLst>
                  <a:path w="146094" h="177613" extrusionOk="0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" name="Google Shape;246;p12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avLst/>
                <a:gdLst/>
                <a:ahLst/>
                <a:cxnLst/>
                <a:rect l="l" t="t" r="r" b="b"/>
                <a:pathLst>
                  <a:path w="154031" h="152067" extrusionOk="0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12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avLst/>
                <a:gdLst/>
                <a:ahLst/>
                <a:cxnLst/>
                <a:rect l="l" t="t" r="r" b="b"/>
                <a:pathLst>
                  <a:path w="196972" h="338613" extrusionOk="0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12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avLst/>
                <a:gdLst/>
                <a:ahLst/>
                <a:cxnLst/>
                <a:rect l="l" t="t" r="r" b="b"/>
                <a:pathLst>
                  <a:path w="228028" h="306609" extrusionOk="0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12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avLst/>
                <a:gdLst/>
                <a:ahLst/>
                <a:cxnLst/>
                <a:rect l="l" t="t" r="r" b="b"/>
                <a:pathLst>
                  <a:path w="115992" h="56976" extrusionOk="0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12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avLst/>
                <a:gdLst/>
                <a:ahLst/>
                <a:cxnLst/>
                <a:rect l="l" t="t" r="r" b="b"/>
                <a:pathLst>
                  <a:path w="71478" h="59099" extrusionOk="0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12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avLst/>
                <a:gdLst/>
                <a:ahLst/>
                <a:cxnLst/>
                <a:rect l="l" t="t" r="r" b="b"/>
                <a:pathLst>
                  <a:path w="70866" h="103155" extrusionOk="0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2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avLst/>
                <a:gdLst/>
                <a:ahLst/>
                <a:cxnLst/>
                <a:rect l="l" t="t" r="r" b="b"/>
                <a:pathLst>
                  <a:path w="85975" h="128318" extrusionOk="0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" name="Google Shape;253;p12"/>
            <p:cNvSpPr/>
            <p:nvPr/>
          </p:nvSpPr>
          <p:spPr>
            <a:xfrm>
              <a:off x="7297552" y="1119942"/>
              <a:ext cx="135609" cy="266405"/>
            </a:xfrm>
            <a:custGeom>
              <a:avLst/>
              <a:gdLst/>
              <a:ahLst/>
              <a:cxnLst/>
              <a:rect l="l" t="t" r="r" b="b"/>
              <a:pathLst>
                <a:path w="169617" h="333215" extrusionOk="0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2"/>
            <p:cNvSpPr/>
            <p:nvPr/>
          </p:nvSpPr>
          <p:spPr>
            <a:xfrm>
              <a:off x="7309787" y="1745656"/>
              <a:ext cx="93295" cy="72283"/>
            </a:xfrm>
            <a:custGeom>
              <a:avLst/>
              <a:gdLst/>
              <a:ahLst/>
              <a:cxnLst/>
              <a:rect l="l" t="t" r="r" b="b"/>
              <a:pathLst>
                <a:path w="116692" h="90410" extrusionOk="0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2"/>
            <p:cNvSpPr/>
            <p:nvPr/>
          </p:nvSpPr>
          <p:spPr>
            <a:xfrm>
              <a:off x="7310617" y="1769417"/>
              <a:ext cx="92899" cy="48456"/>
            </a:xfrm>
            <a:custGeom>
              <a:avLst/>
              <a:gdLst/>
              <a:ahLst/>
              <a:cxnLst/>
              <a:rect l="l" t="t" r="r" b="b"/>
              <a:pathLst>
                <a:path w="116196" h="60608" extrusionOk="0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7197828" y="1680648"/>
              <a:ext cx="93274" cy="69610"/>
            </a:xfrm>
            <a:custGeom>
              <a:avLst/>
              <a:gdLst/>
              <a:ahLst/>
              <a:cxnLst/>
              <a:rect l="l" t="t" r="r" b="b"/>
              <a:pathLst>
                <a:path w="116665" h="87067" extrusionOk="0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7198064" y="1702707"/>
              <a:ext cx="92850" cy="48456"/>
            </a:xfrm>
            <a:custGeom>
              <a:avLst/>
              <a:gdLst/>
              <a:ahLst/>
              <a:cxnLst/>
              <a:rect l="l" t="t" r="r" b="b"/>
              <a:pathLst>
                <a:path w="116135" h="60608" extrusionOk="0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7221254" y="1360384"/>
              <a:ext cx="326700" cy="394943"/>
            </a:xfrm>
            <a:custGeom>
              <a:avLst/>
              <a:gdLst/>
              <a:ahLst/>
              <a:cxnLst/>
              <a:rect l="l" t="t" r="r" b="b"/>
              <a:pathLst>
                <a:path w="408631" h="493987" extrusionOk="0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7417903" y="1095544"/>
              <a:ext cx="102781" cy="99997"/>
            </a:xfrm>
            <a:custGeom>
              <a:avLst/>
              <a:gdLst/>
              <a:ahLst/>
              <a:cxnLst/>
              <a:rect l="l" t="t" r="r" b="b"/>
              <a:pathLst>
                <a:path w="128556" h="125075" extrusionOk="0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7381720" y="1109556"/>
              <a:ext cx="166775" cy="325513"/>
            </a:xfrm>
            <a:custGeom>
              <a:avLst/>
              <a:gdLst/>
              <a:ahLst/>
              <a:cxnLst/>
              <a:rect l="l" t="t" r="r" b="b"/>
              <a:pathLst>
                <a:path w="208599" h="407146" extrusionOk="0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413797" y="991818"/>
              <a:ext cx="110760" cy="134864"/>
            </a:xfrm>
            <a:custGeom>
              <a:avLst/>
              <a:gdLst/>
              <a:ahLst/>
              <a:cxnLst/>
              <a:rect l="l" t="t" r="r" b="b"/>
              <a:pathLst>
                <a:path w="138537" h="168686" extrusionOk="0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2"/>
            <p:cNvSpPr/>
            <p:nvPr/>
          </p:nvSpPr>
          <p:spPr>
            <a:xfrm>
              <a:off x="7417935" y="980032"/>
              <a:ext cx="116886" cy="115512"/>
            </a:xfrm>
            <a:custGeom>
              <a:avLst/>
              <a:gdLst/>
              <a:ahLst/>
              <a:cxnLst/>
              <a:rect l="l" t="t" r="r" b="b"/>
              <a:pathLst>
                <a:path w="146199" h="144480" extrusionOk="0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2"/>
            <p:cNvSpPr/>
            <p:nvPr/>
          </p:nvSpPr>
          <p:spPr>
            <a:xfrm>
              <a:off x="7364000" y="1109861"/>
              <a:ext cx="53839" cy="78361"/>
            </a:xfrm>
            <a:custGeom>
              <a:avLst/>
              <a:gdLst/>
              <a:ahLst/>
              <a:cxnLst/>
              <a:rect l="l" t="t" r="r" b="b"/>
              <a:pathLst>
                <a:path w="67341" h="98012" extrusionOk="0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2"/>
            <p:cNvSpPr/>
            <p:nvPr/>
          </p:nvSpPr>
          <p:spPr>
            <a:xfrm>
              <a:off x="7794459" y="3551002"/>
              <a:ext cx="540508" cy="312148"/>
            </a:xfrm>
            <a:custGeom>
              <a:avLst/>
              <a:gdLst/>
              <a:ahLst/>
              <a:cxnLst/>
              <a:rect l="l" t="t" r="r" b="b"/>
              <a:pathLst>
                <a:path w="676058" h="390429" extrusionOk="0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2"/>
            <p:cNvSpPr/>
            <p:nvPr/>
          </p:nvSpPr>
          <p:spPr>
            <a:xfrm>
              <a:off x="7824798" y="3491907"/>
              <a:ext cx="469764" cy="181297"/>
            </a:xfrm>
            <a:custGeom>
              <a:avLst/>
              <a:gdLst/>
              <a:ahLst/>
              <a:cxnLst/>
              <a:rect l="l" t="t" r="r" b="b"/>
              <a:pathLst>
                <a:path w="587572" h="226763" extrusionOk="0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2"/>
            <p:cNvSpPr/>
            <p:nvPr/>
          </p:nvSpPr>
          <p:spPr>
            <a:xfrm>
              <a:off x="7794490" y="3623727"/>
              <a:ext cx="41046" cy="82625"/>
            </a:xfrm>
            <a:custGeom>
              <a:avLst/>
              <a:gdLst/>
              <a:ahLst/>
              <a:cxnLst/>
              <a:rect l="l" t="t" r="r" b="b"/>
              <a:pathLst>
                <a:path w="51339" h="103346" extrusionOk="0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2"/>
            <p:cNvSpPr/>
            <p:nvPr/>
          </p:nvSpPr>
          <p:spPr>
            <a:xfrm>
              <a:off x="8298847" y="3624184"/>
              <a:ext cx="36096" cy="82168"/>
            </a:xfrm>
            <a:custGeom>
              <a:avLst/>
              <a:gdLst/>
              <a:ahLst/>
              <a:cxnLst/>
              <a:rect l="l" t="t" r="r" b="b"/>
              <a:pathLst>
                <a:path w="45148" h="102774" extrusionOk="0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2"/>
            <p:cNvSpPr/>
            <p:nvPr/>
          </p:nvSpPr>
          <p:spPr>
            <a:xfrm>
              <a:off x="7842237" y="3535238"/>
              <a:ext cx="449908" cy="259679"/>
            </a:xfrm>
            <a:custGeom>
              <a:avLst/>
              <a:gdLst/>
              <a:ahLst/>
              <a:cxnLst/>
              <a:rect l="l" t="t" r="r" b="b"/>
              <a:pathLst>
                <a:path w="562737" h="324802" extrusionOk="0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2"/>
            <p:cNvSpPr/>
            <p:nvPr/>
          </p:nvSpPr>
          <p:spPr>
            <a:xfrm>
              <a:off x="7815050" y="3673683"/>
              <a:ext cx="491482" cy="176325"/>
            </a:xfrm>
            <a:custGeom>
              <a:avLst/>
              <a:gdLst/>
              <a:ahLst/>
              <a:cxnLst/>
              <a:rect l="l" t="t" r="r" b="b"/>
              <a:pathLst>
                <a:path w="614737" h="220544" extrusionOk="0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2"/>
            <p:cNvSpPr/>
            <p:nvPr/>
          </p:nvSpPr>
          <p:spPr>
            <a:xfrm>
              <a:off x="7794490" y="3472184"/>
              <a:ext cx="540453" cy="312196"/>
            </a:xfrm>
            <a:custGeom>
              <a:avLst/>
              <a:gdLst/>
              <a:ahLst/>
              <a:cxnLst/>
              <a:rect l="l" t="t" r="r" b="b"/>
              <a:pathLst>
                <a:path w="675989" h="390489" extrusionOk="0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2"/>
            <p:cNvSpPr/>
            <p:nvPr/>
          </p:nvSpPr>
          <p:spPr>
            <a:xfrm>
              <a:off x="7752377" y="3752957"/>
              <a:ext cx="148877" cy="85976"/>
            </a:xfrm>
            <a:custGeom>
              <a:avLst/>
              <a:gdLst/>
              <a:ahLst/>
              <a:cxnLst/>
              <a:rect l="l" t="t" r="r" b="b"/>
              <a:pathLst>
                <a:path w="186213" h="107537" extrusionOk="0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7787483" y="3773138"/>
              <a:ext cx="113771" cy="106232"/>
            </a:xfrm>
            <a:custGeom>
              <a:avLst/>
              <a:gdLst/>
              <a:ahLst/>
              <a:cxnLst/>
              <a:rect l="l" t="t" r="r" b="b"/>
              <a:pathLst>
                <a:path w="142303" h="132873" extrusionOk="0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2"/>
            <p:cNvSpPr/>
            <p:nvPr/>
          </p:nvSpPr>
          <p:spPr>
            <a:xfrm>
              <a:off x="7465892" y="3799784"/>
              <a:ext cx="344817" cy="254127"/>
            </a:xfrm>
            <a:custGeom>
              <a:avLst/>
              <a:gdLst/>
              <a:ahLst/>
              <a:cxnLst/>
              <a:rect l="l" t="t" r="r" b="b"/>
              <a:pathLst>
                <a:path w="431291" h="317858" extrusionOk="0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avLst/>
              <a:gdLst/>
              <a:ahLst/>
              <a:cxnLst/>
              <a:rect l="l" t="t" r="r" b="b"/>
              <a:pathLst>
                <a:path w="74294" h="128587" extrusionOk="0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8113340" y="4275363"/>
              <a:ext cx="345579" cy="199519"/>
            </a:xfrm>
            <a:custGeom>
              <a:avLst/>
              <a:gdLst/>
              <a:ahLst/>
              <a:cxnLst/>
              <a:rect l="l" t="t" r="r" b="b"/>
              <a:pathLst>
                <a:path w="432244" h="249555" extrusionOk="0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8345604" y="3658605"/>
              <a:ext cx="79241" cy="172485"/>
            </a:xfrm>
            <a:custGeom>
              <a:avLst/>
              <a:gdLst/>
              <a:ahLst/>
              <a:cxnLst/>
              <a:rect l="l" t="t" r="r" b="b"/>
              <a:pathLst>
                <a:path w="99113" h="215741" extrusionOk="0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8356722" y="3587657"/>
              <a:ext cx="56961" cy="109603"/>
            </a:xfrm>
            <a:custGeom>
              <a:avLst/>
              <a:gdLst/>
              <a:ahLst/>
              <a:cxnLst/>
              <a:rect l="l" t="t" r="r" b="b"/>
              <a:pathLst>
                <a:path w="71246" h="137090" extrusionOk="0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8165307" y="4346248"/>
              <a:ext cx="122882" cy="68919"/>
            </a:xfrm>
            <a:custGeom>
              <a:avLst/>
              <a:gdLst/>
              <a:ahLst/>
              <a:cxnLst/>
              <a:rect l="l" t="t" r="r" b="b"/>
              <a:pathLst>
                <a:path w="153698" h="86203" extrusionOk="0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8165313" y="4357988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8255166" y="4305930"/>
              <a:ext cx="122882" cy="68953"/>
            </a:xfrm>
            <a:custGeom>
              <a:avLst/>
              <a:gdLst/>
              <a:ahLst/>
              <a:cxnLst/>
              <a:rect l="l" t="t" r="r" b="b"/>
              <a:pathLst>
                <a:path w="153698" h="86245" extrusionOk="0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/>
            <p:nvPr/>
          </p:nvSpPr>
          <p:spPr>
            <a:xfrm>
              <a:off x="8255174" y="4317703"/>
              <a:ext cx="120815" cy="57407"/>
            </a:xfrm>
            <a:custGeom>
              <a:avLst/>
              <a:gdLst/>
              <a:ahLst/>
              <a:cxnLst/>
              <a:rect l="l" t="t" r="r" b="b"/>
              <a:pathLst>
                <a:path w="151113" h="71804" extrusionOk="0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2"/>
            <p:cNvSpPr/>
            <p:nvPr/>
          </p:nvSpPr>
          <p:spPr>
            <a:xfrm>
              <a:off x="8198325" y="3858200"/>
              <a:ext cx="179678" cy="507212"/>
            </a:xfrm>
            <a:custGeom>
              <a:avLst/>
              <a:gdLst/>
              <a:ahLst/>
              <a:cxnLst/>
              <a:rect l="l" t="t" r="r" b="b"/>
              <a:pathLst>
                <a:path w="224738" h="634412" extrusionOk="0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2"/>
            <p:cNvSpPr/>
            <p:nvPr/>
          </p:nvSpPr>
          <p:spPr>
            <a:xfrm>
              <a:off x="8224549" y="3442293"/>
              <a:ext cx="130417" cy="208730"/>
            </a:xfrm>
            <a:custGeom>
              <a:avLst/>
              <a:gdLst/>
              <a:ahLst/>
              <a:cxnLst/>
              <a:rect l="l" t="t" r="r" b="b"/>
              <a:pathLst>
                <a:path w="163123" h="261076" extrusionOk="0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/>
            <p:nvPr/>
          </p:nvSpPr>
          <p:spPr>
            <a:xfrm>
              <a:off x="8197056" y="3589895"/>
              <a:ext cx="200560" cy="332104"/>
            </a:xfrm>
            <a:custGeom>
              <a:avLst/>
              <a:gdLst/>
              <a:ahLst/>
              <a:cxnLst/>
              <a:rect l="l" t="t" r="r" b="b"/>
              <a:pathLst>
                <a:path w="250857" h="415389" extrusionOk="0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2"/>
            <p:cNvSpPr/>
            <p:nvPr/>
          </p:nvSpPr>
          <p:spPr>
            <a:xfrm>
              <a:off x="8000839" y="3631642"/>
              <a:ext cx="254644" cy="198374"/>
            </a:xfrm>
            <a:custGeom>
              <a:avLst/>
              <a:gdLst/>
              <a:ahLst/>
              <a:cxnLst/>
              <a:rect l="l" t="t" r="r" b="b"/>
              <a:pathLst>
                <a:path w="318504" h="248122" extrusionOk="0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8187055" y="3627341"/>
              <a:ext cx="77484" cy="113419"/>
            </a:xfrm>
            <a:custGeom>
              <a:avLst/>
              <a:gdLst/>
              <a:ahLst/>
              <a:cxnLst/>
              <a:rect l="l" t="t" r="r" b="b"/>
              <a:pathLst>
                <a:path w="96916" h="141862" extrusionOk="0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2"/>
            <p:cNvSpPr/>
            <p:nvPr/>
          </p:nvSpPr>
          <p:spPr>
            <a:xfrm>
              <a:off x="8224358" y="3433131"/>
              <a:ext cx="126435" cy="139356"/>
            </a:xfrm>
            <a:custGeom>
              <a:avLst/>
              <a:gdLst/>
              <a:ahLst/>
              <a:cxnLst/>
              <a:rect l="l" t="t" r="r" b="b"/>
              <a:pathLst>
                <a:path w="158142" h="174304" extrusionOk="0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9" name="Google Shape;289;p12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90" name="Google Shape;290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5" name="Google Shape;295;p12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96" name="Google Shape;296;p1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avLst/>
                <a:gdLst/>
                <a:ahLst/>
                <a:cxnLst/>
                <a:rect l="l" t="t" r="r" b="b"/>
                <a:pathLst>
                  <a:path w="303199" h="174500" extrusionOk="0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1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avLst/>
                <a:gdLst/>
                <a:ahLst/>
                <a:cxnLst/>
                <a:rect l="l" t="t" r="r" b="b"/>
                <a:pathLst>
                  <a:path w="79173" h="45815" extrusionOk="0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1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avLst/>
                <a:gdLst/>
                <a:ahLst/>
                <a:cxnLst/>
                <a:rect l="l" t="t" r="r" b="b"/>
                <a:pathLst>
                  <a:path w="303209" h="118292" extrusionOk="0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1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avLst/>
                <a:gdLst/>
                <a:ahLst/>
                <a:cxnLst/>
                <a:rect l="l" t="t" r="r" b="b"/>
                <a:pathLst>
                  <a:path w="217122" h="244320" extrusionOk="0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1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avLst/>
                <a:gdLst/>
                <a:ahLst/>
                <a:cxnLst/>
                <a:rect l="l" t="t" r="r" b="b"/>
                <a:pathLst>
                  <a:path w="216421" h="245364" extrusionOk="0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1" name="Google Shape;301;p12"/>
            <p:cNvSpPr/>
            <p:nvPr/>
          </p:nvSpPr>
          <p:spPr>
            <a:xfrm>
              <a:off x="7451033" y="1163186"/>
              <a:ext cx="126280" cy="353110"/>
            </a:xfrm>
            <a:custGeom>
              <a:avLst/>
              <a:gdLst/>
              <a:ahLst/>
              <a:cxnLst/>
              <a:rect l="l" t="t" r="r" b="b"/>
              <a:pathLst>
                <a:path w="157949" h="441664" extrusionOk="0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7509451" y="1160411"/>
              <a:ext cx="72725" cy="98625"/>
            </a:xfrm>
            <a:custGeom>
              <a:avLst/>
              <a:gdLst/>
              <a:ahLst/>
              <a:cxnLst/>
              <a:rect l="l" t="t" r="r" b="b"/>
              <a:pathLst>
                <a:path w="90963" h="123358" extrusionOk="0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3" name="Google Shape;303;p12"/>
            <p:cNvGrpSpPr/>
            <p:nvPr/>
          </p:nvGrpSpPr>
          <p:grpSpPr>
            <a:xfrm flipH="1">
              <a:off x="8183210" y="2407472"/>
              <a:ext cx="780360" cy="1195999"/>
              <a:chOff x="3975528" y="3303922"/>
              <a:chExt cx="780360" cy="1195999"/>
            </a:xfrm>
          </p:grpSpPr>
          <p:sp>
            <p:nvSpPr>
              <p:cNvPr id="304" name="Google Shape;304;p12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12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12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311" extrusionOk="0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8" name="Google Shape;308;p12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1032319" extrusionOk="0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" name="Google Shape;309;p12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1032319" extrusionOk="0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12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501" extrusionOk="0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721899" extrusionOk="0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12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avLst/>
                <a:gdLst/>
                <a:ahLst/>
                <a:cxnLst/>
                <a:rect l="l" t="t" r="r" b="b"/>
                <a:pathLst>
                  <a:path w="178688" h="721899" extrusionOk="0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12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2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avLst/>
                <a:gdLst/>
                <a:ahLst/>
                <a:cxnLst/>
                <a:rect l="l" t="t" r="r" b="b"/>
                <a:pathLst>
                  <a:path w="357473" h="206406" extrusionOk="0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784" h="399097" extrusionOk="0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2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avLst/>
                <a:gdLst/>
                <a:ahLst/>
                <a:cxnLst/>
                <a:rect l="l" t="t" r="r" b="b"/>
                <a:pathLst>
                  <a:path w="178689" h="399097" extrusionOk="0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2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avLst/>
                <a:gdLst/>
                <a:ahLst/>
                <a:cxnLst/>
                <a:rect l="l" t="t" r="r" b="b"/>
                <a:pathLst>
                  <a:path w="154251" h="303342" extrusionOk="0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2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avLst/>
                <a:gdLst/>
                <a:ahLst/>
                <a:cxnLst/>
                <a:rect l="l" t="t" r="r" b="b"/>
                <a:pathLst>
                  <a:path w="106588" h="82319" extrusionOk="0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2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avLst/>
                <a:gdLst/>
                <a:ahLst/>
                <a:cxnLst/>
                <a:rect l="l" t="t" r="r" b="b"/>
                <a:pathLst>
                  <a:path w="106123" h="55368" extrusionOk="0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2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avLst/>
                <a:gdLst/>
                <a:ahLst/>
                <a:cxnLst/>
                <a:rect l="l" t="t" r="r" b="b"/>
                <a:pathLst>
                  <a:path w="106576" h="79516" extrusionOk="0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2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avLst/>
                <a:gdLst/>
                <a:ahLst/>
                <a:cxnLst/>
                <a:rect l="l" t="t" r="r" b="b"/>
                <a:pathLst>
                  <a:path w="106154" h="55320" extrusionOk="0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2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avLst/>
                <a:gdLst/>
                <a:ahLst/>
                <a:cxnLst/>
                <a:rect l="l" t="t" r="r" b="b"/>
                <a:pathLst>
                  <a:path w="372536" h="450662" extrusionOk="0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2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avLst/>
                <a:gdLst/>
                <a:ahLst/>
                <a:cxnLst/>
                <a:rect l="l" t="t" r="r" b="b"/>
                <a:pathLst>
                  <a:path w="117160" h="114020" extrusionOk="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2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avLst/>
                <a:gdLst/>
                <a:ahLst/>
                <a:cxnLst/>
                <a:rect l="l" t="t" r="r" b="b"/>
                <a:pathLst>
                  <a:path w="189574" h="370837" extrusionOk="0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2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avLst/>
                <a:gdLst/>
                <a:ahLst/>
                <a:cxnLst/>
                <a:rect l="l" t="t" r="r" b="b"/>
                <a:pathLst>
                  <a:path w="126365" h="153696" extrusionOk="0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2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avLst/>
                <a:gdLst/>
                <a:ahLst/>
                <a:cxnLst/>
                <a:rect l="l" t="t" r="r" b="b"/>
                <a:pathLst>
                  <a:path w="133256" h="131805" extrusionOk="0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2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avLst/>
                <a:gdLst/>
                <a:ahLst/>
                <a:cxnLst/>
                <a:rect l="l" t="t" r="r" b="b"/>
                <a:pathLst>
                  <a:path w="61436" h="88868" extrusionOk="0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30" name="Google Shape;330;p12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331" name="Google Shape;331;p12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199" h="174500" extrusionOk="0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2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73" h="45815" extrusionOk="0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9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333;p12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209" h="118292" extrusionOk="0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4" name="Google Shape;334;p12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122" h="244320" extrusionOk="0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2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421" h="245364" extrusionOk="0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6" name="Google Shape;336;p12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avLst/>
                <a:gdLst/>
                <a:ahLst/>
                <a:cxnLst/>
                <a:rect l="l" t="t" r="r" b="b"/>
                <a:pathLst>
                  <a:path w="143174" h="402337" extrusionOk="0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avLst/>
                <a:gdLst/>
                <a:ahLst/>
                <a:cxnLst/>
                <a:rect l="l" t="t" r="r" b="b"/>
                <a:pathLst>
                  <a:path w="82772" h="112806" extrusionOk="0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9" name="Título 2"/>
          <p:cNvSpPr txBox="1">
            <a:spLocks/>
          </p:cNvSpPr>
          <p:nvPr/>
        </p:nvSpPr>
        <p:spPr>
          <a:xfrm>
            <a:off x="328800" y="778578"/>
            <a:ext cx="8001653" cy="1053967"/>
          </a:xfrm>
          <a:prstGeom prst="rect">
            <a:avLst/>
          </a:prstGeom>
          <a:solidFill>
            <a:srgbClr val="002060"/>
          </a:solidFill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 b="0" i="0" u="none" strike="noStrike" cap="none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>
            <a:r>
              <a:rPr lang="es-ES" sz="2400" b="1" dirty="0">
                <a:solidFill>
                  <a:schemeClr val="bg1"/>
                </a:solidFill>
              </a:rPr>
              <a:t>METODOLOGÍA DE LA INVESTIGACIÓN CIENTÍFICA</a:t>
            </a:r>
            <a:endParaRPr lang="es-PE" sz="2400" b="1" dirty="0">
              <a:solidFill>
                <a:schemeClr val="bg1"/>
              </a:solidFill>
            </a:endParaRPr>
          </a:p>
        </p:txBody>
      </p:sp>
      <p:sp>
        <p:nvSpPr>
          <p:cNvPr id="338" name="Marcador de texto 2">
            <a:extLst>
              <a:ext uri="{FF2B5EF4-FFF2-40B4-BE49-F238E27FC236}">
                <a16:creationId xmlns:a16="http://schemas.microsoft.com/office/drawing/2014/main" id="{307A5557-11DB-4EBB-A1AB-BB31162FB5AF}"/>
              </a:ext>
            </a:extLst>
          </p:cNvPr>
          <p:cNvSpPr txBox="1">
            <a:spLocks/>
          </p:cNvSpPr>
          <p:nvPr/>
        </p:nvSpPr>
        <p:spPr>
          <a:xfrm>
            <a:off x="337439" y="3214463"/>
            <a:ext cx="5003702" cy="11077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PE" sz="2000" b="1" dirty="0">
                <a:solidFill>
                  <a:schemeClr val="tx1"/>
                </a:solidFill>
              </a:rPr>
              <a:t>Dr. Ing. Juan Francisco Pacheco Torres</a:t>
            </a:r>
          </a:p>
          <a:p>
            <a:r>
              <a:rPr lang="es-PE" sz="2000" b="1" dirty="0" smtClean="0">
                <a:solidFill>
                  <a:schemeClr val="tx1"/>
                </a:solidFill>
                <a:hlinkClick r:id="rId3"/>
              </a:rPr>
              <a:t>fpachecot@unitru.edu.pe</a:t>
            </a:r>
            <a:endParaRPr lang="es-PE" sz="2000" b="1" dirty="0">
              <a:solidFill>
                <a:schemeClr val="tx1"/>
              </a:solidFill>
            </a:endParaRPr>
          </a:p>
          <a:p>
            <a:r>
              <a:rPr lang="es-PE" sz="2000" b="1" dirty="0" smtClean="0">
                <a:solidFill>
                  <a:schemeClr val="tx1"/>
                </a:solidFill>
              </a:rPr>
              <a:t>995311558</a:t>
            </a:r>
            <a:endParaRPr lang="es-PE" sz="2000" b="1" dirty="0">
              <a:solidFill>
                <a:schemeClr val="tx1"/>
              </a:solidFill>
            </a:endParaRPr>
          </a:p>
        </p:txBody>
      </p:sp>
      <p:pic>
        <p:nvPicPr>
          <p:cNvPr id="340" name="Picture 2" descr="LOGO_un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2121" y="67025"/>
            <a:ext cx="745141" cy="601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10" y="0"/>
            <a:ext cx="5049815" cy="504981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24" y="415051"/>
            <a:ext cx="1400175" cy="152876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178" y="208934"/>
            <a:ext cx="2360430" cy="152837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8476" y="3208849"/>
            <a:ext cx="1211438" cy="14859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048" y="2097376"/>
            <a:ext cx="2845058" cy="96748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8"/>
          <a:srcRect t="22076" b="22733"/>
          <a:stretch/>
        </p:blipFill>
        <p:spPr>
          <a:xfrm>
            <a:off x="6087536" y="1439538"/>
            <a:ext cx="2383851" cy="1315675"/>
          </a:xfrm>
          <a:prstGeom prst="rect">
            <a:avLst/>
          </a:prstGeom>
        </p:spPr>
      </p:pic>
      <p:pic>
        <p:nvPicPr>
          <p:cNvPr id="1030" name="Picture 6" descr="Resultado de imagen para emagister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23" b="37077"/>
          <a:stretch/>
        </p:blipFill>
        <p:spPr bwMode="auto">
          <a:xfrm>
            <a:off x="5760720" y="681525"/>
            <a:ext cx="3037486" cy="583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489" y="4185906"/>
            <a:ext cx="2040940" cy="816376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11"/>
          <a:srcRect b="19423"/>
          <a:stretch/>
        </p:blipFill>
        <p:spPr>
          <a:xfrm>
            <a:off x="810592" y="3208848"/>
            <a:ext cx="1449905" cy="112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7232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de los mejores ingredientes se hace el mejo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95"/>
          <a:stretch/>
        </p:blipFill>
        <p:spPr bwMode="auto">
          <a:xfrm>
            <a:off x="469944" y="1255760"/>
            <a:ext cx="8150716" cy="2605821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559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470210" y="1316860"/>
            <a:ext cx="4917652" cy="2597476"/>
          </a:xfr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s-ES" sz="2700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FF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   </a:t>
            </a:r>
            <a:endParaRPr lang="es-ES" sz="1050" dirty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  <a:solidFill>
                <a:srgbClr val="FF0000"/>
              </a:solidFill>
              <a:latin typeface="Aparajita" panose="020B0604020202020204" pitchFamily="34" charset="0"/>
              <a:cs typeface="Aparajita" panose="020B0604020202020204" pitchFamily="34" charset="0"/>
            </a:endParaRPr>
          </a:p>
          <a:p>
            <a:pPr marL="0" indent="0">
              <a:buNone/>
            </a:pPr>
            <a:r>
              <a:rPr lang="es-ES" sz="2700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FF0000"/>
                </a:solidFill>
                <a:latin typeface="Aparajita" panose="020B0604020202020204" pitchFamily="34" charset="0"/>
                <a:cs typeface="Aparajita" panose="020B0604020202020204" pitchFamily="34" charset="0"/>
              </a:rPr>
              <a:t>         </a:t>
            </a:r>
            <a:r>
              <a:rPr lang="es-ES" sz="45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B050"/>
                </a:solidFill>
                <a:latin typeface="Copperplate Gothic Bold" panose="020E0705020206020404" pitchFamily="34" charset="0"/>
                <a:cs typeface="Aparajita" panose="020B0604020202020204" pitchFamily="34" charset="0"/>
              </a:rPr>
              <a:t>De fuentes 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s-ES" sz="45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B050"/>
                </a:solidFill>
                <a:latin typeface="Copperplate Gothic Bold" panose="020E0705020206020404" pitchFamily="34" charset="0"/>
                <a:cs typeface="Aparajita" panose="020B0604020202020204" pitchFamily="34" charset="0"/>
              </a:rPr>
              <a:t> </a:t>
            </a:r>
            <a:r>
              <a:rPr lang="es-ES" sz="45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B050"/>
                </a:solidFill>
                <a:latin typeface="Copperplate Gothic Bold" panose="020E0705020206020404" pitchFamily="34" charset="0"/>
                <a:cs typeface="Aparajita" panose="020B0604020202020204" pitchFamily="34" charset="0"/>
              </a:rPr>
              <a:t>  confiables…</a:t>
            </a:r>
          </a:p>
          <a:p>
            <a:pPr marL="0" indent="0">
              <a:spcBef>
                <a:spcPts val="450"/>
              </a:spcBef>
              <a:buNone/>
            </a:pPr>
            <a:r>
              <a:rPr lang="es-ES" sz="27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70C0"/>
                </a:solidFill>
                <a:latin typeface="Magneto" panose="04030805050802020D02" pitchFamily="82" charset="0"/>
              </a:rPr>
              <a:t>  </a:t>
            </a:r>
            <a:r>
              <a:rPr lang="es-ES" sz="3000" b="1" dirty="0"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  <a:solidFill>
                  <a:srgbClr val="0070C0"/>
                </a:solidFill>
                <a:latin typeface="Magneto" panose="04030805050802020D02" pitchFamily="82" charset="0"/>
              </a:rPr>
              <a:t>información confiable</a:t>
            </a:r>
            <a:endParaRPr lang="es-PE" sz="2700" b="1" dirty="0"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  <a:solidFill>
                <a:srgbClr val="0070C0"/>
              </a:solidFill>
              <a:latin typeface="Magneto" panose="04030805050802020D02" pitchFamily="82" charset="0"/>
            </a:endParaRPr>
          </a:p>
        </p:txBody>
      </p:sp>
      <p:pic>
        <p:nvPicPr>
          <p:cNvPr id="2052" name="Picture 4" descr="Resultado de imagen para fuentes de informaciò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430" y="1334555"/>
            <a:ext cx="2588780" cy="2577437"/>
          </a:xfrm>
          <a:prstGeom prst="rect">
            <a:avLst/>
          </a:prstGeom>
          <a:noFill/>
          <a:ln>
            <a:solidFill>
              <a:srgbClr val="0070C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80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969" y="0"/>
            <a:ext cx="2708031" cy="180751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Información confiable</a:t>
            </a:r>
            <a:endParaRPr lang="es-PE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03334" y="1368238"/>
            <a:ext cx="7486650" cy="3621551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s-ES" dirty="0" smtClean="0"/>
              <a:t>Debe ser de la especialidad</a:t>
            </a:r>
          </a:p>
          <a:p>
            <a:pPr algn="just"/>
            <a:r>
              <a:rPr lang="es-ES" dirty="0" smtClean="0"/>
              <a:t>Garantía que ha sido elaborada por expertos y arbitrada por especialistas.</a:t>
            </a:r>
          </a:p>
          <a:p>
            <a:pPr algn="just"/>
            <a:r>
              <a:rPr lang="es-ES" dirty="0"/>
              <a:t>Presentan autor, afiliación, casa editora, licencias de protección de derechos de autor (Copyright, </a:t>
            </a:r>
            <a:r>
              <a:rPr lang="es-ES" dirty="0" err="1"/>
              <a:t>Creative</a:t>
            </a:r>
            <a:r>
              <a:rPr lang="es-ES" dirty="0"/>
              <a:t> </a:t>
            </a:r>
            <a:r>
              <a:rPr lang="es-ES" dirty="0" err="1"/>
              <a:t>Commons</a:t>
            </a:r>
            <a:r>
              <a:rPr lang="es-ES" dirty="0"/>
              <a:t>), fecha de publicación</a:t>
            </a:r>
            <a:r>
              <a:rPr lang="es-ES" dirty="0" smtClean="0"/>
              <a:t>.</a:t>
            </a:r>
          </a:p>
          <a:p>
            <a:pPr algn="just"/>
            <a:r>
              <a:rPr lang="es-ES" dirty="0" smtClean="0"/>
              <a:t>Sitios web que actualizan periódicamente sus contenidos </a:t>
            </a:r>
            <a:r>
              <a:rPr lang="es-ES" dirty="0"/>
              <a:t>(Universidad de los Andes, 2016).</a:t>
            </a:r>
          </a:p>
          <a:p>
            <a:pPr algn="just"/>
            <a:r>
              <a:rPr lang="es-ES" dirty="0" smtClean="0"/>
              <a:t>Posee adecuada navegabilidad (Universidad de los Andes, 2016).</a:t>
            </a:r>
            <a:endParaRPr lang="es-ES" dirty="0"/>
          </a:p>
          <a:p>
            <a:pPr algn="just"/>
            <a:r>
              <a:rPr lang="es-ES" dirty="0" smtClean="0"/>
              <a:t>Se accede mediante buscadores creados por especialistas de información (</a:t>
            </a:r>
            <a:r>
              <a:rPr lang="es-ES" dirty="0" err="1" smtClean="0"/>
              <a:t>eg</a:t>
            </a:r>
            <a:r>
              <a:rPr lang="es-ES" dirty="0" smtClean="0"/>
              <a:t>. Open </a:t>
            </a:r>
            <a:r>
              <a:rPr lang="es-ES" dirty="0" err="1" smtClean="0"/>
              <a:t>Journal</a:t>
            </a:r>
            <a:r>
              <a:rPr lang="es-ES" dirty="0" smtClean="0"/>
              <a:t> </a:t>
            </a:r>
            <a:r>
              <a:rPr lang="es-ES" dirty="0" err="1" smtClean="0"/>
              <a:t>System</a:t>
            </a:r>
            <a:r>
              <a:rPr lang="es-ES" dirty="0" smtClean="0"/>
              <a:t>, </a:t>
            </a:r>
            <a:r>
              <a:rPr lang="es-ES" dirty="0" err="1" smtClean="0"/>
              <a:t>DSpace</a:t>
            </a:r>
            <a:r>
              <a:rPr lang="es-ES" dirty="0" smtClean="0"/>
              <a:t>).</a:t>
            </a:r>
          </a:p>
          <a:p>
            <a:pPr algn="just"/>
            <a:r>
              <a:rPr lang="es-ES" dirty="0" smtClean="0"/>
              <a:t>Las revistas de alto impacto son las fuentes preferidas, por ser de mayor calidad. Tienen mayor índice de rechazo de artículos que de aceptación. Son indizadas en </a:t>
            </a:r>
            <a:r>
              <a:rPr lang="es-ES" dirty="0" err="1" smtClean="0"/>
              <a:t>Scopus</a:t>
            </a:r>
            <a:r>
              <a:rPr lang="es-ES" dirty="0" smtClean="0"/>
              <a:t> o Web of </a:t>
            </a:r>
            <a:r>
              <a:rPr lang="es-ES" dirty="0" err="1" smtClean="0"/>
              <a:t>Science</a:t>
            </a:r>
            <a:r>
              <a:rPr lang="es-ES" dirty="0" smtClean="0"/>
              <a:t>.</a:t>
            </a:r>
          </a:p>
          <a:p>
            <a:pPr algn="just"/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3492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2" name="Rectángulo 1"/>
          <p:cNvSpPr/>
          <p:nvPr/>
        </p:nvSpPr>
        <p:spPr>
          <a:xfrm>
            <a:off x="563015" y="264495"/>
            <a:ext cx="46551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4000" b="1" dirty="0">
                <a:solidFill>
                  <a:srgbClr val="002060"/>
                </a:solidFill>
              </a:rPr>
              <a:t>REPOSITORIOS DE CONTENIDOS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14" name="CuadroTexto 113"/>
          <p:cNvSpPr txBox="1"/>
          <p:nvPr/>
        </p:nvSpPr>
        <p:spPr>
          <a:xfrm>
            <a:off x="517876" y="2044177"/>
            <a:ext cx="44699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 algn="just">
              <a:buFont typeface="Wingdings" panose="05000000000000000000" pitchFamily="2" charset="2"/>
              <a:buChar char="ü"/>
            </a:pPr>
            <a:r>
              <a:rPr lang="es-ES" sz="1800" dirty="0"/>
              <a:t>Un repositorio digital es un medio para gestionar, almacenar, preservar, difundir y facilitar el acceso a los objetos digitales que alberga.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s-ES" sz="1800" dirty="0"/>
          </a:p>
          <a:p>
            <a:pPr marL="361950" indent="-361950" algn="just">
              <a:buFont typeface="Wingdings" panose="05000000000000000000" pitchFamily="2" charset="2"/>
              <a:buChar char="ü"/>
            </a:pPr>
            <a:r>
              <a:rPr lang="es-ES" sz="1800" dirty="0"/>
              <a:t>El software que utiliza para la gestión de repositorios es </a:t>
            </a:r>
            <a:r>
              <a:rPr lang="es-ES" sz="1800" dirty="0" err="1"/>
              <a:t>Eprints</a:t>
            </a:r>
            <a:r>
              <a:rPr lang="es-ES" sz="1800" dirty="0"/>
              <a:t>, </a:t>
            </a:r>
            <a:r>
              <a:rPr lang="es-ES" sz="1800" dirty="0" err="1"/>
              <a:t>Dspace</a:t>
            </a:r>
            <a:r>
              <a:rPr lang="es-ES" sz="1800" dirty="0"/>
              <a:t>, </a:t>
            </a:r>
            <a:r>
              <a:rPr lang="es-ES" sz="1800" dirty="0" err="1"/>
              <a:t>Fedora</a:t>
            </a:r>
            <a:r>
              <a:rPr lang="es-ES" sz="1800" dirty="0"/>
              <a:t>, etc. </a:t>
            </a:r>
            <a:endParaRPr lang="en-US" sz="1800" dirty="0"/>
          </a:p>
        </p:txBody>
      </p:sp>
      <p:pic>
        <p:nvPicPr>
          <p:cNvPr id="115" name="Imagen 114"/>
          <p:cNvPicPr>
            <a:picLocks noChangeAspect="1"/>
          </p:cNvPicPr>
          <p:nvPr/>
        </p:nvPicPr>
        <p:blipFill rotWithShape="1">
          <a:blip r:embed="rId3"/>
          <a:srcRect t="18069"/>
          <a:stretch/>
        </p:blipFill>
        <p:spPr>
          <a:xfrm>
            <a:off x="6239232" y="132413"/>
            <a:ext cx="2592162" cy="1587601"/>
          </a:xfrm>
          <a:prstGeom prst="rect">
            <a:avLst/>
          </a:prstGeom>
        </p:spPr>
      </p:pic>
      <p:pic>
        <p:nvPicPr>
          <p:cNvPr id="116" name="Imagen 115"/>
          <p:cNvPicPr>
            <a:picLocks noChangeAspect="1"/>
          </p:cNvPicPr>
          <p:nvPr/>
        </p:nvPicPr>
        <p:blipFill rotWithShape="1">
          <a:blip r:embed="rId4"/>
          <a:srcRect t="20062"/>
          <a:stretch/>
        </p:blipFill>
        <p:spPr>
          <a:xfrm>
            <a:off x="6407861" y="3461118"/>
            <a:ext cx="2254903" cy="1334362"/>
          </a:xfrm>
          <a:prstGeom prst="rect">
            <a:avLst/>
          </a:prstGeom>
        </p:spPr>
      </p:pic>
      <p:pic>
        <p:nvPicPr>
          <p:cNvPr id="117" name="Imagen 116"/>
          <p:cNvPicPr>
            <a:picLocks noChangeAspect="1"/>
          </p:cNvPicPr>
          <p:nvPr/>
        </p:nvPicPr>
        <p:blipFill rotWithShape="1">
          <a:blip r:embed="rId5"/>
          <a:srcRect t="19531"/>
          <a:stretch/>
        </p:blipFill>
        <p:spPr>
          <a:xfrm>
            <a:off x="5305896" y="2065172"/>
            <a:ext cx="2349513" cy="13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04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t="4418" r="3091"/>
          <a:stretch/>
        </p:blipFill>
        <p:spPr>
          <a:xfrm>
            <a:off x="945869" y="75570"/>
            <a:ext cx="5613630" cy="488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Rectángulo 2"/>
          <p:cNvSpPr/>
          <p:nvPr/>
        </p:nvSpPr>
        <p:spPr>
          <a:xfrm>
            <a:off x="696919" y="369908"/>
            <a:ext cx="7895110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500" b="1" dirty="0">
                <a:solidFill>
                  <a:srgbClr val="002060"/>
                </a:solidFill>
              </a:rPr>
              <a:t>TIPOS DE DOCUMENTOS EN LOS REPOSITORIOS</a:t>
            </a:r>
            <a:endParaRPr lang="en-US" sz="2500" b="1" dirty="0">
              <a:solidFill>
                <a:srgbClr val="002060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78" y="1072950"/>
            <a:ext cx="7502453" cy="3685142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98678" y="4867851"/>
            <a:ext cx="36235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b="1" dirty="0"/>
              <a:t>Fuente: Jorge Polanco Cortés – Universidad de Costa Rica</a:t>
            </a:r>
            <a:endParaRPr 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8785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74132"/>
            <a:ext cx="8636000" cy="439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9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/>
          <p:cNvSpPr/>
          <p:nvPr/>
        </p:nvSpPr>
        <p:spPr>
          <a:xfrm>
            <a:off x="514777" y="3230376"/>
            <a:ext cx="3142823" cy="174481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ángulo 26"/>
          <p:cNvSpPr/>
          <p:nvPr/>
        </p:nvSpPr>
        <p:spPr>
          <a:xfrm>
            <a:off x="4313468" y="3592253"/>
            <a:ext cx="3854438" cy="138293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/>
          <p:cNvSpPr/>
          <p:nvPr/>
        </p:nvSpPr>
        <p:spPr>
          <a:xfrm>
            <a:off x="5931237" y="148097"/>
            <a:ext cx="2842070" cy="3146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17"/>
          <p:cNvSpPr/>
          <p:nvPr/>
        </p:nvSpPr>
        <p:spPr>
          <a:xfrm>
            <a:off x="309838" y="110759"/>
            <a:ext cx="5116106" cy="271556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8" y="211796"/>
            <a:ext cx="4847252" cy="2488841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3990" t="5954" r="3989" b="7837"/>
          <a:stretch/>
        </p:blipFill>
        <p:spPr>
          <a:xfrm>
            <a:off x="6135532" y="257792"/>
            <a:ext cx="2433481" cy="1187046"/>
          </a:xfrm>
          <a:prstGeom prst="rect">
            <a:avLst/>
          </a:prstGeom>
        </p:spPr>
      </p:pic>
      <p:sp>
        <p:nvSpPr>
          <p:cNvPr id="10" name="object 7"/>
          <p:cNvSpPr/>
          <p:nvPr/>
        </p:nvSpPr>
        <p:spPr>
          <a:xfrm>
            <a:off x="5842721" y="3592254"/>
            <a:ext cx="2189825" cy="8665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CuadroTexto 11"/>
          <p:cNvSpPr txBox="1"/>
          <p:nvPr/>
        </p:nvSpPr>
        <p:spPr>
          <a:xfrm>
            <a:off x="6135533" y="1520257"/>
            <a:ext cx="2433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200" dirty="0"/>
              <a:t>Recolecta, preserva y distribuye material educativo y difunde publicaciones oficiales del Ministerio de Educación. El acceso a los documentos es libre.</a:t>
            </a:r>
            <a:endParaRPr lang="en-US" sz="1200" dirty="0"/>
          </a:p>
        </p:txBody>
      </p:sp>
      <p:sp>
        <p:nvSpPr>
          <p:cNvPr id="13" name="object 6"/>
          <p:cNvSpPr txBox="1"/>
          <p:nvPr/>
        </p:nvSpPr>
        <p:spPr>
          <a:xfrm>
            <a:off x="-2838071" y="3073439"/>
            <a:ext cx="1924040" cy="7067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/>
            <a:endParaRPr sz="1800" dirty="0">
              <a:latin typeface="Calibri Light"/>
              <a:cs typeface="Calibri Light"/>
            </a:endParaRPr>
          </a:p>
        </p:txBody>
      </p:sp>
      <p:sp>
        <p:nvSpPr>
          <p:cNvPr id="15" name="Rectángulo redondeado 14"/>
          <p:cNvSpPr/>
          <p:nvPr/>
        </p:nvSpPr>
        <p:spPr>
          <a:xfrm>
            <a:off x="605137" y="2259533"/>
            <a:ext cx="997527" cy="2569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hlinkClick r:id="rId6"/>
              </a:rPr>
              <a:t>Clic Aquí</a:t>
            </a:r>
            <a:endParaRPr lang="en-US" dirty="0"/>
          </a:p>
        </p:txBody>
      </p:sp>
      <p:sp>
        <p:nvSpPr>
          <p:cNvPr id="19" name="CuadroTexto 18"/>
          <p:cNvSpPr txBox="1"/>
          <p:nvPr/>
        </p:nvSpPr>
        <p:spPr>
          <a:xfrm>
            <a:off x="4329858" y="3723041"/>
            <a:ext cx="14873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1" dirty="0"/>
              <a:t>Repositorio Académico Nacional</a:t>
            </a:r>
          </a:p>
        </p:txBody>
      </p:sp>
      <p:sp>
        <p:nvSpPr>
          <p:cNvPr id="20" name="Rectángulo redondeado 19"/>
          <p:cNvSpPr/>
          <p:nvPr/>
        </p:nvSpPr>
        <p:spPr>
          <a:xfrm>
            <a:off x="6354745" y="4583317"/>
            <a:ext cx="997527" cy="2569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hlinkClick r:id="rId7"/>
              </a:rPr>
              <a:t>Clic Aquí</a:t>
            </a:r>
            <a:endParaRPr lang="en-US" dirty="0"/>
          </a:p>
        </p:txBody>
      </p:sp>
      <p:sp>
        <p:nvSpPr>
          <p:cNvPr id="21" name="Rectángulo redondeado 20"/>
          <p:cNvSpPr/>
          <p:nvPr/>
        </p:nvSpPr>
        <p:spPr>
          <a:xfrm>
            <a:off x="7074326" y="2747357"/>
            <a:ext cx="997527" cy="2569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hlinkClick r:id="rId8"/>
              </a:rPr>
              <a:t>Clic Aquí</a:t>
            </a:r>
            <a:endParaRPr lang="en-US" dirty="0"/>
          </a:p>
        </p:txBody>
      </p:sp>
      <p:sp>
        <p:nvSpPr>
          <p:cNvPr id="23" name="Rectángulo redondeado 22"/>
          <p:cNvSpPr/>
          <p:nvPr/>
        </p:nvSpPr>
        <p:spPr>
          <a:xfrm>
            <a:off x="1705609" y="4584294"/>
            <a:ext cx="997527" cy="2569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hlinkClick r:id="rId9"/>
              </a:rPr>
              <a:t>Clic Aquí</a:t>
            </a:r>
            <a:endParaRPr lang="en-US" dirty="0"/>
          </a:p>
        </p:txBody>
      </p:sp>
      <p:sp>
        <p:nvSpPr>
          <p:cNvPr id="24" name="CuadroTexto 23"/>
          <p:cNvSpPr txBox="1"/>
          <p:nvPr/>
        </p:nvSpPr>
        <p:spPr>
          <a:xfrm>
            <a:off x="514777" y="3318420"/>
            <a:ext cx="30228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700" b="1" dirty="0"/>
              <a:t>Repositorio Nacional de trabajos de investigación</a:t>
            </a:r>
          </a:p>
        </p:txBody>
      </p:sp>
      <p:sp>
        <p:nvSpPr>
          <p:cNvPr id="25" name="object 6"/>
          <p:cNvSpPr/>
          <p:nvPr/>
        </p:nvSpPr>
        <p:spPr>
          <a:xfrm>
            <a:off x="789947" y="3916317"/>
            <a:ext cx="2655441" cy="5901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5839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20" name="Rectángulo redondeado 19"/>
          <p:cNvSpPr/>
          <p:nvPr/>
        </p:nvSpPr>
        <p:spPr>
          <a:xfrm>
            <a:off x="1507381" y="3011949"/>
            <a:ext cx="997527" cy="256939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>
                <a:hlinkClick r:id="rId3"/>
              </a:rPr>
              <a:t>Clic Aquí</a:t>
            </a:r>
            <a:endParaRPr lang="en-US" dirty="0"/>
          </a:p>
        </p:txBody>
      </p:sp>
      <p:sp>
        <p:nvSpPr>
          <p:cNvPr id="17" name="CuadroTexto 16"/>
          <p:cNvSpPr txBox="1"/>
          <p:nvPr/>
        </p:nvSpPr>
        <p:spPr>
          <a:xfrm>
            <a:off x="494740" y="204600"/>
            <a:ext cx="30228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700" b="1" dirty="0"/>
              <a:t>Red a repositorios de acceso abierto a la ciencia</a:t>
            </a:r>
          </a:p>
        </p:txBody>
      </p:sp>
      <p:sp>
        <p:nvSpPr>
          <p:cNvPr id="18" name="object 7"/>
          <p:cNvSpPr/>
          <p:nvPr/>
        </p:nvSpPr>
        <p:spPr>
          <a:xfrm>
            <a:off x="1008856" y="820153"/>
            <a:ext cx="2281743" cy="5240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499" y="1473738"/>
            <a:ext cx="3677017" cy="1410848"/>
          </a:xfrm>
          <a:prstGeom prst="rect">
            <a:avLst/>
          </a:prstGeom>
        </p:spPr>
      </p:pic>
      <p:sp>
        <p:nvSpPr>
          <p:cNvPr id="22" name="object 6"/>
          <p:cNvSpPr/>
          <p:nvPr/>
        </p:nvSpPr>
        <p:spPr>
          <a:xfrm>
            <a:off x="4252576" y="204600"/>
            <a:ext cx="4760795" cy="28073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6"/>
          <p:cNvSpPr/>
          <p:nvPr/>
        </p:nvSpPr>
        <p:spPr>
          <a:xfrm>
            <a:off x="4001729" y="3912671"/>
            <a:ext cx="3753685" cy="95837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5"/>
          <p:cNvSpPr txBox="1"/>
          <p:nvPr/>
        </p:nvSpPr>
        <p:spPr>
          <a:xfrm>
            <a:off x="1008856" y="4063472"/>
            <a:ext cx="2638274" cy="69596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2545"/>
              </a:lnSpc>
              <a:spcBef>
                <a:spcPts val="127"/>
              </a:spcBef>
            </a:pPr>
            <a:r>
              <a:rPr sz="2800" b="1" spc="0" baseline="3413" dirty="0">
                <a:latin typeface="Calibri Light"/>
                <a:cs typeface="Calibri Light"/>
              </a:rPr>
              <a:t>D</a:t>
            </a:r>
            <a:r>
              <a:rPr sz="2800" b="1" spc="-4" baseline="3413" dirty="0">
                <a:latin typeface="Calibri Light"/>
                <a:cs typeface="Calibri Light"/>
              </a:rPr>
              <a:t>i</a:t>
            </a:r>
            <a:r>
              <a:rPr sz="2800" b="1" spc="-44" baseline="3413" dirty="0">
                <a:latin typeface="Calibri Light"/>
                <a:cs typeface="Calibri Light"/>
              </a:rPr>
              <a:t>r</a:t>
            </a:r>
            <a:r>
              <a:rPr sz="2800" b="1" spc="-19" baseline="3413" dirty="0">
                <a:latin typeface="Calibri Light"/>
                <a:cs typeface="Calibri Light"/>
              </a:rPr>
              <a:t>e</a:t>
            </a:r>
            <a:r>
              <a:rPr sz="2800" b="1" spc="-25" baseline="3413" dirty="0">
                <a:latin typeface="Calibri Light"/>
                <a:cs typeface="Calibri Light"/>
              </a:rPr>
              <a:t>c</a:t>
            </a:r>
            <a:r>
              <a:rPr sz="2800" b="1" spc="-34" baseline="3413" dirty="0">
                <a:latin typeface="Calibri Light"/>
                <a:cs typeface="Calibri Light"/>
              </a:rPr>
              <a:t>t</a:t>
            </a:r>
            <a:r>
              <a:rPr sz="2800" b="1" spc="-29" baseline="3413" dirty="0">
                <a:latin typeface="Calibri Light"/>
                <a:cs typeface="Calibri Light"/>
              </a:rPr>
              <a:t>o</a:t>
            </a:r>
            <a:r>
              <a:rPr sz="2800" b="1" spc="-9" baseline="3413" dirty="0">
                <a:latin typeface="Calibri Light"/>
                <a:cs typeface="Calibri Light"/>
              </a:rPr>
              <a:t>r</a:t>
            </a:r>
            <a:r>
              <a:rPr sz="2800" b="1" spc="-14" baseline="3413" dirty="0">
                <a:latin typeface="Calibri Light"/>
                <a:cs typeface="Calibri Light"/>
              </a:rPr>
              <a:t>i</a:t>
            </a:r>
            <a:r>
              <a:rPr sz="2800" b="1" spc="0" baseline="3413" dirty="0">
                <a:latin typeface="Calibri Light"/>
                <a:cs typeface="Calibri Light"/>
              </a:rPr>
              <a:t>o</a:t>
            </a:r>
            <a:r>
              <a:rPr sz="2800" b="1" spc="-54" baseline="3413" dirty="0">
                <a:latin typeface="Calibri Light"/>
                <a:cs typeface="Calibri Light"/>
              </a:rPr>
              <a:t> </a:t>
            </a:r>
            <a:r>
              <a:rPr sz="2800" b="1" spc="-9" baseline="3413" dirty="0">
                <a:latin typeface="Calibri Light"/>
                <a:cs typeface="Calibri Light"/>
              </a:rPr>
              <a:t>d</a:t>
            </a:r>
            <a:r>
              <a:rPr sz="2800" b="1" spc="0" baseline="3413" dirty="0">
                <a:latin typeface="Calibri Light"/>
                <a:cs typeface="Calibri Light"/>
              </a:rPr>
              <a:t>e</a:t>
            </a:r>
            <a:r>
              <a:rPr sz="2800" b="1" spc="-49" baseline="3413" dirty="0">
                <a:latin typeface="Calibri Light"/>
                <a:cs typeface="Calibri Light"/>
              </a:rPr>
              <a:t> </a:t>
            </a:r>
            <a:r>
              <a:rPr sz="2800" b="1" spc="-54" baseline="3413" dirty="0" err="1">
                <a:latin typeface="Calibri Light"/>
                <a:cs typeface="Calibri Light"/>
              </a:rPr>
              <a:t>R</a:t>
            </a:r>
            <a:r>
              <a:rPr sz="2800" b="1" spc="-9" baseline="3413" dirty="0" err="1">
                <a:latin typeface="Calibri Light"/>
                <a:cs typeface="Calibri Light"/>
              </a:rPr>
              <a:t>e</a:t>
            </a:r>
            <a:r>
              <a:rPr sz="2800" b="1" spc="-25" baseline="3413" dirty="0" err="1">
                <a:latin typeface="Calibri Light"/>
                <a:cs typeface="Calibri Light"/>
              </a:rPr>
              <a:t>p</a:t>
            </a:r>
            <a:r>
              <a:rPr sz="2800" b="1" spc="-14" baseline="3413" dirty="0" err="1">
                <a:latin typeface="Calibri Light"/>
                <a:cs typeface="Calibri Light"/>
              </a:rPr>
              <a:t>osi</a:t>
            </a:r>
            <a:r>
              <a:rPr sz="2800" b="1" spc="-34" baseline="3413" dirty="0" err="1">
                <a:latin typeface="Calibri Light"/>
                <a:cs typeface="Calibri Light"/>
              </a:rPr>
              <a:t>t</a:t>
            </a:r>
            <a:r>
              <a:rPr sz="2800" b="1" spc="-29" baseline="3413" dirty="0" err="1">
                <a:latin typeface="Calibri Light"/>
                <a:cs typeface="Calibri Light"/>
              </a:rPr>
              <a:t>o</a:t>
            </a:r>
            <a:r>
              <a:rPr sz="2800" b="1" spc="-9" baseline="3413" dirty="0" err="1">
                <a:latin typeface="Calibri Light"/>
                <a:cs typeface="Calibri Light"/>
              </a:rPr>
              <a:t>r</a:t>
            </a:r>
            <a:r>
              <a:rPr sz="2800" b="1" spc="-14" baseline="3413" dirty="0" err="1">
                <a:latin typeface="Calibri Light"/>
                <a:cs typeface="Calibri Light"/>
              </a:rPr>
              <a:t>io</a:t>
            </a:r>
            <a:r>
              <a:rPr sz="2800" b="1" spc="0" baseline="3413" dirty="0" err="1">
                <a:latin typeface="Calibri Light"/>
                <a:cs typeface="Calibri Light"/>
              </a:rPr>
              <a:t>s</a:t>
            </a:r>
            <a:r>
              <a:rPr sz="2800" b="1" spc="-64" baseline="3413" dirty="0">
                <a:latin typeface="Calibri Light"/>
                <a:cs typeface="Calibri Light"/>
              </a:rPr>
              <a:t> </a:t>
            </a:r>
            <a:r>
              <a:rPr sz="2800" b="1" spc="-9" baseline="3413" dirty="0">
                <a:latin typeface="Calibri Light"/>
                <a:cs typeface="Calibri Light"/>
              </a:rPr>
              <a:t>d</a:t>
            </a:r>
            <a:r>
              <a:rPr sz="2800" b="1" spc="0" baseline="3413" dirty="0">
                <a:latin typeface="Calibri Light"/>
                <a:cs typeface="Calibri Light"/>
              </a:rPr>
              <a:t>e</a:t>
            </a:r>
            <a:r>
              <a:rPr lang="es-ES" sz="2800" b="1" spc="0" baseline="3413" dirty="0">
                <a:latin typeface="Calibri Light"/>
                <a:cs typeface="Calibri Light"/>
              </a:rPr>
              <a:t> Acceso Abierto</a:t>
            </a:r>
            <a:endParaRPr sz="1800" b="1" dirty="0">
              <a:latin typeface="Calibri Light"/>
              <a:cs typeface="Calibri Light"/>
            </a:endParaRPr>
          </a:p>
        </p:txBody>
      </p:sp>
      <p:sp>
        <p:nvSpPr>
          <p:cNvPr id="25" name="object 3"/>
          <p:cNvSpPr txBox="1"/>
          <p:nvPr/>
        </p:nvSpPr>
        <p:spPr>
          <a:xfrm>
            <a:off x="8022736" y="4306550"/>
            <a:ext cx="740298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u="heavy" spc="-39" baseline="3413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A</a:t>
            </a:r>
            <a:r>
              <a:rPr sz="3600" b="1" u="heavy" spc="0" baseline="3413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QUÍ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029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>
          <a:xfrm>
            <a:off x="8638675" y="3641219"/>
            <a:ext cx="456900" cy="468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15" name="object 31"/>
          <p:cNvSpPr/>
          <p:nvPr/>
        </p:nvSpPr>
        <p:spPr>
          <a:xfrm>
            <a:off x="6538278" y="3675891"/>
            <a:ext cx="2173224" cy="423671"/>
          </a:xfrm>
          <a:custGeom>
            <a:avLst/>
            <a:gdLst/>
            <a:ahLst/>
            <a:cxnLst/>
            <a:rect l="l" t="t" r="r" b="b"/>
            <a:pathLst>
              <a:path w="2173224" h="423671">
                <a:moveTo>
                  <a:pt x="0" y="423671"/>
                </a:moveTo>
                <a:lnTo>
                  <a:pt x="2173224" y="423671"/>
                </a:lnTo>
                <a:lnTo>
                  <a:pt x="2173224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solidFill>
            <a:srgbClr val="01171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32"/>
          <p:cNvSpPr/>
          <p:nvPr/>
        </p:nvSpPr>
        <p:spPr>
          <a:xfrm>
            <a:off x="6538278" y="3675891"/>
            <a:ext cx="2173224" cy="423671"/>
          </a:xfrm>
          <a:custGeom>
            <a:avLst/>
            <a:gdLst/>
            <a:ahLst/>
            <a:cxnLst/>
            <a:rect l="l" t="t" r="r" b="b"/>
            <a:pathLst>
              <a:path w="2173224" h="423671">
                <a:moveTo>
                  <a:pt x="0" y="423671"/>
                </a:moveTo>
                <a:lnTo>
                  <a:pt x="2173224" y="423671"/>
                </a:lnTo>
                <a:lnTo>
                  <a:pt x="2173224" y="0"/>
                </a:lnTo>
                <a:lnTo>
                  <a:pt x="0" y="0"/>
                </a:lnTo>
                <a:lnTo>
                  <a:pt x="0" y="423671"/>
                </a:lnTo>
                <a:close/>
              </a:path>
            </a:pathLst>
          </a:custGeom>
          <a:ln w="12192">
            <a:solidFill>
              <a:srgbClr val="41709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33"/>
          <p:cNvSpPr/>
          <p:nvPr/>
        </p:nvSpPr>
        <p:spPr>
          <a:xfrm>
            <a:off x="8254302" y="3654555"/>
            <a:ext cx="466344" cy="4648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34"/>
          <p:cNvSpPr/>
          <p:nvPr/>
        </p:nvSpPr>
        <p:spPr>
          <a:xfrm>
            <a:off x="6786690" y="3721611"/>
            <a:ext cx="1466088" cy="367284"/>
          </a:xfrm>
          <a:custGeom>
            <a:avLst/>
            <a:gdLst/>
            <a:ahLst/>
            <a:cxnLst/>
            <a:rect l="l" t="t" r="r" b="b"/>
            <a:pathLst>
              <a:path w="1466088" h="367284">
                <a:moveTo>
                  <a:pt x="0" y="367284"/>
                </a:moveTo>
                <a:lnTo>
                  <a:pt x="1466088" y="367284"/>
                </a:lnTo>
                <a:lnTo>
                  <a:pt x="1466088" y="0"/>
                </a:lnTo>
                <a:lnTo>
                  <a:pt x="0" y="0"/>
                </a:lnTo>
                <a:lnTo>
                  <a:pt x="0" y="367284"/>
                </a:lnTo>
                <a:close/>
              </a:path>
            </a:pathLst>
          </a:custGeom>
          <a:solidFill>
            <a:srgbClr val="011711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9"/>
          <p:cNvSpPr/>
          <p:nvPr/>
        </p:nvSpPr>
        <p:spPr>
          <a:xfrm>
            <a:off x="643060" y="1254106"/>
            <a:ext cx="1556003" cy="4130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30"/>
          <p:cNvSpPr/>
          <p:nvPr/>
        </p:nvSpPr>
        <p:spPr>
          <a:xfrm>
            <a:off x="457131" y="767949"/>
            <a:ext cx="2339340" cy="4632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8"/>
          <p:cNvSpPr/>
          <p:nvPr/>
        </p:nvSpPr>
        <p:spPr>
          <a:xfrm>
            <a:off x="3479223" y="739793"/>
            <a:ext cx="2246376" cy="4846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713097" y="1254371"/>
            <a:ext cx="1748027" cy="4785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6"/>
          <p:cNvSpPr/>
          <p:nvPr/>
        </p:nvSpPr>
        <p:spPr>
          <a:xfrm>
            <a:off x="535039" y="2212966"/>
            <a:ext cx="2267712" cy="4465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535039" y="2664518"/>
            <a:ext cx="1883664" cy="7467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24"/>
          <p:cNvSpPr/>
          <p:nvPr/>
        </p:nvSpPr>
        <p:spPr>
          <a:xfrm>
            <a:off x="3567659" y="2756255"/>
            <a:ext cx="1339596" cy="3566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23"/>
          <p:cNvSpPr/>
          <p:nvPr/>
        </p:nvSpPr>
        <p:spPr>
          <a:xfrm>
            <a:off x="3550895" y="2169524"/>
            <a:ext cx="2231136" cy="49225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22"/>
          <p:cNvSpPr/>
          <p:nvPr/>
        </p:nvSpPr>
        <p:spPr>
          <a:xfrm>
            <a:off x="6408351" y="687977"/>
            <a:ext cx="2225040" cy="4785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21"/>
          <p:cNvSpPr/>
          <p:nvPr/>
        </p:nvSpPr>
        <p:spPr>
          <a:xfrm>
            <a:off x="6480023" y="2236579"/>
            <a:ext cx="2351532" cy="4617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20"/>
          <p:cNvSpPr/>
          <p:nvPr/>
        </p:nvSpPr>
        <p:spPr>
          <a:xfrm>
            <a:off x="3595376" y="4244850"/>
            <a:ext cx="1252727" cy="48920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19"/>
          <p:cNvSpPr/>
          <p:nvPr/>
        </p:nvSpPr>
        <p:spPr>
          <a:xfrm>
            <a:off x="3519234" y="3695703"/>
            <a:ext cx="2284476" cy="49072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600774" y="4223007"/>
            <a:ext cx="2474976" cy="52425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588582" y="3745995"/>
            <a:ext cx="2196084" cy="44043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6585670" y="1196983"/>
            <a:ext cx="1039368" cy="58673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15"/>
          <p:cNvSpPr/>
          <p:nvPr/>
        </p:nvSpPr>
        <p:spPr>
          <a:xfrm>
            <a:off x="6595086" y="2794899"/>
            <a:ext cx="1060703" cy="37795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14"/>
          <p:cNvSpPr/>
          <p:nvPr/>
        </p:nvSpPr>
        <p:spPr>
          <a:xfrm>
            <a:off x="6595086" y="4252441"/>
            <a:ext cx="903731" cy="3017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13"/>
          <p:cNvSpPr txBox="1"/>
          <p:nvPr/>
        </p:nvSpPr>
        <p:spPr>
          <a:xfrm>
            <a:off x="1797363" y="239976"/>
            <a:ext cx="575342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2545"/>
              </a:lnSpc>
              <a:spcBef>
                <a:spcPts val="127"/>
              </a:spcBef>
            </a:pPr>
            <a:r>
              <a:rPr sz="4000" b="1" spc="-5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R</a:t>
            </a:r>
            <a:r>
              <a:rPr sz="4000" b="1" spc="-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p</a:t>
            </a:r>
            <a:r>
              <a:rPr sz="4000" b="1" spc="-2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o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i</a:t>
            </a:r>
            <a:r>
              <a:rPr sz="4000" b="1" spc="-3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t</a:t>
            </a:r>
            <a:r>
              <a:rPr sz="4000" b="1" spc="-2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o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r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io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40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 </a:t>
            </a:r>
            <a:r>
              <a:rPr lang="es-ES" sz="4000" b="1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c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d</a:t>
            </a:r>
            <a:r>
              <a:rPr sz="4000" b="1" spc="-1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é</a:t>
            </a:r>
            <a:r>
              <a:rPr sz="4000" b="1" spc="-3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m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i</a:t>
            </a:r>
            <a:r>
              <a:rPr sz="4000" b="1" spc="-3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c</a:t>
            </a:r>
            <a:r>
              <a:rPr sz="4000" b="1" spc="-2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o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40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 </a:t>
            </a:r>
            <a:r>
              <a:rPr lang="es-ES" sz="40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Inter</a:t>
            </a:r>
            <a:r>
              <a:rPr sz="4000" b="1" spc="-9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n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cio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n</a:t>
            </a:r>
            <a:r>
              <a:rPr sz="4000" b="1" spc="-14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l</a:t>
            </a:r>
            <a:r>
              <a:rPr sz="4000" b="1" spc="-25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4000" b="1" spc="0" baseline="3413" dirty="0" err="1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endParaRPr sz="2800" b="1" dirty="0">
              <a:latin typeface="Calibri Light"/>
              <a:cs typeface="Calibri Light"/>
            </a:endParaRPr>
          </a:p>
        </p:txBody>
      </p:sp>
      <p:sp>
        <p:nvSpPr>
          <p:cNvPr id="42" name="object 12"/>
          <p:cNvSpPr txBox="1"/>
          <p:nvPr/>
        </p:nvSpPr>
        <p:spPr>
          <a:xfrm>
            <a:off x="932112" y="1728197"/>
            <a:ext cx="88164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UÍ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11"/>
          <p:cNvSpPr txBox="1"/>
          <p:nvPr/>
        </p:nvSpPr>
        <p:spPr>
          <a:xfrm>
            <a:off x="4160450" y="1757972"/>
            <a:ext cx="88164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UÍ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4" name="object 10"/>
          <p:cNvSpPr txBox="1"/>
          <p:nvPr/>
        </p:nvSpPr>
        <p:spPr>
          <a:xfrm>
            <a:off x="7720122" y="1425392"/>
            <a:ext cx="88164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UÍ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5" name="object 9"/>
          <p:cNvSpPr txBox="1"/>
          <p:nvPr/>
        </p:nvSpPr>
        <p:spPr>
          <a:xfrm>
            <a:off x="4907255" y="2892345"/>
            <a:ext cx="881762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800" b="1" spc="0" baseline="2275" dirty="0">
                <a:latin typeface="Calibri"/>
                <a:cs typeface="Calibri"/>
              </a:rPr>
              <a:t>I</a:t>
            </a:r>
            <a:r>
              <a:rPr sz="1800" b="1" spc="4" baseline="2275" dirty="0">
                <a:latin typeface="Calibri"/>
                <a:cs typeface="Calibri"/>
              </a:rPr>
              <a:t>n</a:t>
            </a:r>
            <a:r>
              <a:rPr sz="1800" b="1" spc="-4" baseline="2275" dirty="0">
                <a:latin typeface="Calibri"/>
                <a:cs typeface="Calibri"/>
              </a:rPr>
              <a:t>g</a:t>
            </a:r>
            <a:r>
              <a:rPr sz="1800" b="1" spc="-9" baseline="2275" dirty="0">
                <a:latin typeface="Calibri"/>
                <a:cs typeface="Calibri"/>
              </a:rPr>
              <a:t>r</a:t>
            </a:r>
            <a:r>
              <a:rPr sz="1800" b="1" spc="-4" baseline="2275" dirty="0">
                <a:latin typeface="Calibri"/>
                <a:cs typeface="Calibri"/>
              </a:rPr>
              <a:t>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A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QUÍ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8"/>
          <p:cNvSpPr txBox="1"/>
          <p:nvPr/>
        </p:nvSpPr>
        <p:spPr>
          <a:xfrm>
            <a:off x="7860322" y="2892345"/>
            <a:ext cx="881762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800" b="1" spc="0" baseline="2275" dirty="0">
                <a:latin typeface="Calibri"/>
                <a:cs typeface="Calibri"/>
              </a:rPr>
              <a:t>I</a:t>
            </a:r>
            <a:r>
              <a:rPr sz="1800" b="1" spc="4" baseline="2275" dirty="0">
                <a:latin typeface="Calibri"/>
                <a:cs typeface="Calibri"/>
              </a:rPr>
              <a:t>n</a:t>
            </a:r>
            <a:r>
              <a:rPr sz="1800" b="1" spc="-4" baseline="2275" dirty="0">
                <a:latin typeface="Calibri"/>
                <a:cs typeface="Calibri"/>
              </a:rPr>
              <a:t>g</a:t>
            </a:r>
            <a:r>
              <a:rPr sz="1800" b="1" spc="-9" baseline="2275" dirty="0">
                <a:latin typeface="Calibri"/>
                <a:cs typeface="Calibri"/>
              </a:rPr>
              <a:t>r</a:t>
            </a:r>
            <a:r>
              <a:rPr sz="1800" b="1" spc="-4" baseline="2275" dirty="0">
                <a:latin typeface="Calibri"/>
                <a:cs typeface="Calibri"/>
              </a:rPr>
              <a:t>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A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QUÍ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7"/>
          <p:cNvSpPr txBox="1"/>
          <p:nvPr/>
        </p:nvSpPr>
        <p:spPr>
          <a:xfrm>
            <a:off x="1886687" y="2778406"/>
            <a:ext cx="8817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UÍ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8" name="object 6"/>
          <p:cNvSpPr txBox="1"/>
          <p:nvPr/>
        </p:nvSpPr>
        <p:spPr>
          <a:xfrm>
            <a:off x="7607865" y="4361877"/>
            <a:ext cx="88164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7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7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7"/>
              </a:rPr>
              <a:t>UÍ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9" name="object 5"/>
          <p:cNvSpPr txBox="1"/>
          <p:nvPr/>
        </p:nvSpPr>
        <p:spPr>
          <a:xfrm>
            <a:off x="1198588" y="4734867"/>
            <a:ext cx="88200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spc="4" baseline="2275" dirty="0">
                <a:latin typeface="Calibri"/>
                <a:cs typeface="Calibri"/>
              </a:rPr>
              <a:t>In</a:t>
            </a:r>
            <a:r>
              <a:rPr sz="1800" b="1" spc="-4" baseline="2275" dirty="0">
                <a:latin typeface="Calibri"/>
                <a:cs typeface="Calibri"/>
              </a:rPr>
              <a:t>gre</a:t>
            </a:r>
            <a:r>
              <a:rPr sz="1800" b="1" spc="0" baseline="2275" dirty="0">
                <a:latin typeface="Calibri"/>
                <a:cs typeface="Calibri"/>
              </a:rPr>
              <a:t>se </a:t>
            </a:r>
            <a:r>
              <a:rPr sz="1800" b="1" spc="-266" baseline="2275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8"/>
              </a:rPr>
              <a:t>A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28"/>
              </a:rPr>
              <a:t>Q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28"/>
              </a:rPr>
              <a:t>UÍ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4"/>
          <p:cNvSpPr txBox="1"/>
          <p:nvPr/>
        </p:nvSpPr>
        <p:spPr>
          <a:xfrm>
            <a:off x="4925265" y="4361877"/>
            <a:ext cx="913115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1800" b="1" spc="4" baseline="4551" dirty="0">
                <a:latin typeface="Calibri"/>
                <a:cs typeface="Calibri"/>
              </a:rPr>
              <a:t>In</a:t>
            </a:r>
            <a:r>
              <a:rPr sz="1800" b="1" spc="-4" baseline="4551" dirty="0">
                <a:latin typeface="Calibri"/>
                <a:cs typeface="Calibri"/>
              </a:rPr>
              <a:t>gre</a:t>
            </a:r>
            <a:r>
              <a:rPr sz="1800" b="1" spc="0" baseline="4551" dirty="0">
                <a:latin typeface="Calibri"/>
                <a:cs typeface="Calibri"/>
              </a:rPr>
              <a:t>se </a:t>
            </a:r>
            <a:r>
              <a:rPr sz="1800" b="1" spc="-266" baseline="4551" dirty="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sz="1800" b="1" u="sng" spc="-4" baseline="4551" dirty="0">
                <a:solidFill>
                  <a:srgbClr val="0462C1"/>
                </a:solidFill>
                <a:latin typeface="Calibri"/>
                <a:cs typeface="Calibri"/>
                <a:hlinkClick r:id="rId29"/>
              </a:rPr>
              <a:t>A</a:t>
            </a:r>
            <a:r>
              <a:rPr sz="1800" b="1" u="sng" spc="4" baseline="4551" dirty="0">
                <a:solidFill>
                  <a:srgbClr val="0462C1"/>
                </a:solidFill>
                <a:latin typeface="Calibri"/>
                <a:cs typeface="Calibri"/>
                <a:hlinkClick r:id="rId29"/>
              </a:rPr>
              <a:t>Q</a:t>
            </a:r>
            <a:r>
              <a:rPr sz="1800" b="1" u="sng" spc="0" baseline="4551" dirty="0">
                <a:solidFill>
                  <a:srgbClr val="0462C1"/>
                </a:solidFill>
                <a:latin typeface="Calibri"/>
                <a:cs typeface="Calibri"/>
                <a:hlinkClick r:id="rId29"/>
              </a:rPr>
              <a:t>U</a:t>
            </a:r>
            <a:r>
              <a:rPr sz="2700" b="1" u="sng" spc="0" baseline="3034" dirty="0">
                <a:solidFill>
                  <a:srgbClr val="0462C1"/>
                </a:solidFill>
                <a:latin typeface="Calibri"/>
                <a:cs typeface="Calibri"/>
                <a:hlinkClick r:id="rId29"/>
              </a:rPr>
              <a:t>Í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1" name="object 2"/>
          <p:cNvSpPr txBox="1"/>
          <p:nvPr/>
        </p:nvSpPr>
        <p:spPr>
          <a:xfrm>
            <a:off x="6538278" y="3675891"/>
            <a:ext cx="2173224" cy="4236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700"/>
              </a:lnSpc>
              <a:spcBef>
                <a:spcPts val="0"/>
              </a:spcBef>
            </a:pPr>
            <a:endParaRPr sz="700"/>
          </a:p>
          <a:p>
            <a:pPr marL="339216">
              <a:lnSpc>
                <a:spcPct val="101725"/>
              </a:lnSpc>
            </a:pPr>
            <a:r>
              <a:rPr sz="1800" spc="0" dirty="0">
                <a:solidFill>
                  <a:srgbClr val="8496AF"/>
                </a:solidFill>
                <a:latin typeface="Calibri"/>
                <a:cs typeface="Calibri"/>
              </a:rPr>
              <a:t>Co</a:t>
            </a:r>
            <a:r>
              <a:rPr sz="1800" spc="-19" dirty="0">
                <a:solidFill>
                  <a:srgbClr val="8496AF"/>
                </a:solidFill>
                <a:latin typeface="Calibri"/>
                <a:cs typeface="Calibri"/>
              </a:rPr>
              <a:t>s</a:t>
            </a:r>
            <a:r>
              <a:rPr sz="1800" spc="-25" dirty="0">
                <a:solidFill>
                  <a:srgbClr val="8496AF"/>
                </a:solidFill>
                <a:latin typeface="Calibri"/>
                <a:cs typeface="Calibri"/>
              </a:rPr>
              <a:t>t</a:t>
            </a:r>
            <a:r>
              <a:rPr sz="1800" spc="0" dirty="0">
                <a:solidFill>
                  <a:srgbClr val="8496AF"/>
                </a:solidFill>
                <a:latin typeface="Calibri"/>
                <a:cs typeface="Calibri"/>
              </a:rPr>
              <a:t>a R</a:t>
            </a:r>
            <a:r>
              <a:rPr sz="1800" spc="-9" dirty="0">
                <a:solidFill>
                  <a:srgbClr val="8496AF"/>
                </a:solidFill>
                <a:latin typeface="Calibri"/>
                <a:cs typeface="Calibri"/>
              </a:rPr>
              <a:t>i</a:t>
            </a:r>
            <a:r>
              <a:rPr sz="1800" spc="-19" dirty="0">
                <a:solidFill>
                  <a:srgbClr val="8496AF"/>
                </a:solidFill>
                <a:latin typeface="Calibri"/>
                <a:cs typeface="Calibri"/>
              </a:rPr>
              <a:t>c</a:t>
            </a:r>
            <a:r>
              <a:rPr sz="1800" spc="0" dirty="0">
                <a:solidFill>
                  <a:srgbClr val="8496AF"/>
                </a:solidFill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2" name="Marcador de número de diapositiva 3"/>
          <p:cNvSpPr txBox="1">
            <a:spLocks/>
          </p:cNvSpPr>
          <p:nvPr/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095402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17" name="object 40"/>
          <p:cNvSpPr/>
          <p:nvPr/>
        </p:nvSpPr>
        <p:spPr>
          <a:xfrm>
            <a:off x="735959" y="986281"/>
            <a:ext cx="1367027" cy="576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39"/>
          <p:cNvSpPr/>
          <p:nvPr/>
        </p:nvSpPr>
        <p:spPr>
          <a:xfrm>
            <a:off x="3550703" y="2442554"/>
            <a:ext cx="1513331" cy="4876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38"/>
          <p:cNvSpPr/>
          <p:nvPr/>
        </p:nvSpPr>
        <p:spPr>
          <a:xfrm>
            <a:off x="3251345" y="3775166"/>
            <a:ext cx="2058923" cy="4404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35"/>
          <p:cNvSpPr/>
          <p:nvPr/>
        </p:nvSpPr>
        <p:spPr>
          <a:xfrm>
            <a:off x="6371526" y="3835237"/>
            <a:ext cx="1871472" cy="434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31"/>
          <p:cNvSpPr/>
          <p:nvPr/>
        </p:nvSpPr>
        <p:spPr>
          <a:xfrm>
            <a:off x="420275" y="3666581"/>
            <a:ext cx="1306068" cy="6263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9"/>
          <p:cNvSpPr/>
          <p:nvPr/>
        </p:nvSpPr>
        <p:spPr>
          <a:xfrm>
            <a:off x="364541" y="2268437"/>
            <a:ext cx="2013204" cy="54863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30"/>
          <p:cNvSpPr/>
          <p:nvPr/>
        </p:nvSpPr>
        <p:spPr>
          <a:xfrm>
            <a:off x="356921" y="2260817"/>
            <a:ext cx="2028444" cy="563879"/>
          </a:xfrm>
          <a:custGeom>
            <a:avLst/>
            <a:gdLst/>
            <a:ahLst/>
            <a:cxnLst/>
            <a:rect l="l" t="t" r="r" b="b"/>
            <a:pathLst>
              <a:path w="2028444" h="563879">
                <a:moveTo>
                  <a:pt x="0" y="563879"/>
                </a:moveTo>
                <a:lnTo>
                  <a:pt x="2028444" y="563879"/>
                </a:lnTo>
                <a:lnTo>
                  <a:pt x="2028444" y="0"/>
                </a:lnTo>
                <a:lnTo>
                  <a:pt x="0" y="0"/>
                </a:lnTo>
                <a:lnTo>
                  <a:pt x="0" y="563879"/>
                </a:lnTo>
                <a:close/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8"/>
          <p:cNvSpPr/>
          <p:nvPr/>
        </p:nvSpPr>
        <p:spPr>
          <a:xfrm>
            <a:off x="6122214" y="2496319"/>
            <a:ext cx="2148839" cy="4084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25"/>
          <p:cNvSpPr/>
          <p:nvPr/>
        </p:nvSpPr>
        <p:spPr>
          <a:xfrm>
            <a:off x="6182804" y="927523"/>
            <a:ext cx="2161031" cy="4861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24"/>
          <p:cNvSpPr/>
          <p:nvPr/>
        </p:nvSpPr>
        <p:spPr>
          <a:xfrm>
            <a:off x="3395255" y="818987"/>
            <a:ext cx="1641348" cy="65836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23"/>
          <p:cNvSpPr txBox="1"/>
          <p:nvPr/>
        </p:nvSpPr>
        <p:spPr>
          <a:xfrm>
            <a:off x="1419472" y="197575"/>
            <a:ext cx="67644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200" b="1" spc="-9" baseline="3413" dirty="0">
                <a:latin typeface="+mn-lt"/>
                <a:cs typeface="Calibri Light"/>
              </a:rPr>
              <a:t>Ot</a:t>
            </a:r>
            <a:r>
              <a:rPr sz="3200" b="1" spc="-59" baseline="3413" dirty="0">
                <a:latin typeface="+mn-lt"/>
                <a:cs typeface="Calibri Light"/>
              </a:rPr>
              <a:t>r</a:t>
            </a:r>
            <a:r>
              <a:rPr sz="3200" b="1" spc="-14" baseline="3413" dirty="0">
                <a:latin typeface="+mn-lt"/>
                <a:cs typeface="Calibri Light"/>
              </a:rPr>
              <a:t>a</a:t>
            </a:r>
            <a:r>
              <a:rPr sz="3200" b="1" spc="0" baseline="3413" dirty="0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>
                <a:latin typeface="+mn-lt"/>
                <a:cs typeface="Calibri Light"/>
              </a:rPr>
              <a:t>b</a:t>
            </a:r>
            <a:r>
              <a:rPr sz="3200" b="1" spc="0" baseline="3413" dirty="0">
                <a:latin typeface="+mn-lt"/>
                <a:cs typeface="Calibri Light"/>
              </a:rPr>
              <a:t>as</a:t>
            </a:r>
            <a:r>
              <a:rPr sz="3200" b="1" spc="-29" baseline="3413" dirty="0">
                <a:latin typeface="+mn-lt"/>
                <a:cs typeface="Calibri Light"/>
              </a:rPr>
              <a:t>e</a:t>
            </a:r>
            <a:r>
              <a:rPr sz="3200" b="1" spc="0" baseline="3413" dirty="0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>
                <a:latin typeface="+mn-lt"/>
                <a:cs typeface="Calibri Light"/>
              </a:rPr>
              <a:t>d</a:t>
            </a:r>
            <a:r>
              <a:rPr sz="3200" b="1" spc="0" baseline="3413" dirty="0">
                <a:latin typeface="+mn-lt"/>
                <a:cs typeface="Calibri Light"/>
              </a:rPr>
              <a:t>e</a:t>
            </a:r>
            <a:r>
              <a:rPr sz="3200" b="1" spc="-49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 err="1">
                <a:latin typeface="+mn-lt"/>
                <a:cs typeface="Calibri Light"/>
              </a:rPr>
              <a:t>d</a:t>
            </a:r>
            <a:r>
              <a:rPr sz="3200" b="1" spc="-25" baseline="3413" dirty="0" err="1">
                <a:latin typeface="+mn-lt"/>
                <a:cs typeface="Calibri Light"/>
              </a:rPr>
              <a:t>a</a:t>
            </a:r>
            <a:r>
              <a:rPr sz="3200" b="1" spc="-34" baseline="3413" dirty="0" err="1">
                <a:latin typeface="+mn-lt"/>
                <a:cs typeface="Calibri Light"/>
              </a:rPr>
              <a:t>t</a:t>
            </a:r>
            <a:r>
              <a:rPr sz="3200" b="1" spc="-14" baseline="3413" dirty="0" err="1">
                <a:latin typeface="+mn-lt"/>
                <a:cs typeface="Calibri Light"/>
              </a:rPr>
              <a:t>o</a:t>
            </a:r>
            <a:r>
              <a:rPr sz="3200" b="1" spc="0" baseline="3413" dirty="0" err="1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0" baseline="3413" dirty="0">
                <a:latin typeface="+mn-lt"/>
                <a:cs typeface="Calibri Light"/>
              </a:rPr>
              <a:t>y</a:t>
            </a:r>
            <a:r>
              <a:rPr lang="es-ES" sz="3200" b="1" spc="0" baseline="3413" dirty="0">
                <a:latin typeface="+mn-lt"/>
                <a:cs typeface="Calibri Light"/>
              </a:rPr>
              <a:t> </a:t>
            </a:r>
            <a:r>
              <a:rPr lang="en-US" sz="3200" b="1" spc="-9" baseline="3413" dirty="0" err="1">
                <a:latin typeface="+mn-lt"/>
                <a:cs typeface="Calibri Light"/>
              </a:rPr>
              <a:t>bu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39" baseline="3413" dirty="0" err="1">
                <a:latin typeface="+mn-lt"/>
                <a:cs typeface="Calibri Light"/>
              </a:rPr>
              <a:t>c</a:t>
            </a:r>
            <a:r>
              <a:rPr lang="en-US" sz="3200" b="1" spc="-25" baseline="3413" dirty="0" err="1">
                <a:latin typeface="+mn-lt"/>
                <a:cs typeface="Calibri Light"/>
              </a:rPr>
              <a:t>ad</a:t>
            </a:r>
            <a:r>
              <a:rPr lang="en-US" sz="3200" b="1" spc="-29" baseline="3413" dirty="0" err="1">
                <a:latin typeface="+mn-lt"/>
                <a:cs typeface="Calibri Light"/>
              </a:rPr>
              <a:t>o</a:t>
            </a:r>
            <a:r>
              <a:rPr lang="en-US" sz="3200" b="1" spc="-44" baseline="3413" dirty="0" err="1">
                <a:latin typeface="+mn-lt"/>
                <a:cs typeface="Calibri Light"/>
              </a:rPr>
              <a:t>r</a:t>
            </a:r>
            <a:r>
              <a:rPr lang="en-US" sz="3200" b="1" spc="-19" baseline="3413" dirty="0" err="1">
                <a:latin typeface="+mn-lt"/>
                <a:cs typeface="Calibri Light"/>
              </a:rPr>
              <a:t>e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54" baseline="3413" dirty="0">
                <a:latin typeface="+mn-lt"/>
                <a:cs typeface="Calibri Light"/>
              </a:rPr>
              <a:t> </a:t>
            </a:r>
            <a:r>
              <a:rPr lang="en-US" sz="3200" b="1" spc="-9" baseline="3413" dirty="0" err="1">
                <a:latin typeface="+mn-lt"/>
                <a:cs typeface="Calibri Light"/>
              </a:rPr>
              <a:t>e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14" baseline="3413" dirty="0" err="1">
                <a:latin typeface="+mn-lt"/>
                <a:cs typeface="Calibri Light"/>
              </a:rPr>
              <a:t>p</a:t>
            </a:r>
            <a:r>
              <a:rPr lang="en-US" sz="3200" b="1" spc="-19" baseline="3413" dirty="0" err="1">
                <a:latin typeface="+mn-lt"/>
                <a:cs typeface="Calibri Light"/>
              </a:rPr>
              <a:t>e</a:t>
            </a:r>
            <a:r>
              <a:rPr lang="en-US" sz="3200" b="1" spc="-25" baseline="3413" dirty="0" err="1">
                <a:latin typeface="+mn-lt"/>
                <a:cs typeface="Calibri Light"/>
              </a:rPr>
              <a:t>c</a:t>
            </a:r>
            <a:r>
              <a:rPr lang="en-US" sz="3200" b="1" baseline="3413" dirty="0" err="1">
                <a:latin typeface="+mn-lt"/>
                <a:cs typeface="Calibri Light"/>
              </a:rPr>
              <a:t>i</a:t>
            </a:r>
            <a:r>
              <a:rPr lang="en-US" sz="3200" b="1" spc="-14" baseline="3413" dirty="0" err="1">
                <a:latin typeface="+mn-lt"/>
                <a:cs typeface="Calibri Light"/>
              </a:rPr>
              <a:t>ali</a:t>
            </a:r>
            <a:r>
              <a:rPr lang="en-US" sz="3200" b="1" spc="-54" baseline="3413" dirty="0" err="1">
                <a:latin typeface="+mn-lt"/>
                <a:cs typeface="Calibri Light"/>
              </a:rPr>
              <a:t>z</a:t>
            </a:r>
            <a:r>
              <a:rPr lang="en-US" sz="3200" b="1" spc="-14" baseline="3413" dirty="0" err="1">
                <a:latin typeface="+mn-lt"/>
                <a:cs typeface="Calibri Light"/>
              </a:rPr>
              <a:t>a</a:t>
            </a:r>
            <a:r>
              <a:rPr lang="en-US" sz="3200" b="1" spc="-25" baseline="3413" dirty="0" err="1">
                <a:latin typeface="+mn-lt"/>
                <a:cs typeface="Calibri Light"/>
              </a:rPr>
              <a:t>d</a:t>
            </a:r>
            <a:r>
              <a:rPr lang="en-US" sz="3200" b="1" spc="-29" baseline="3413" dirty="0" err="1">
                <a:latin typeface="+mn-lt"/>
                <a:cs typeface="Calibri Light"/>
              </a:rPr>
              <a:t>o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endParaRPr sz="3200" b="1" dirty="0">
              <a:latin typeface="+mn-lt"/>
              <a:cs typeface="Calibri Light"/>
            </a:endParaRPr>
          </a:p>
        </p:txBody>
      </p:sp>
      <p:sp>
        <p:nvSpPr>
          <p:cNvPr id="35" name="object 22"/>
          <p:cNvSpPr txBox="1"/>
          <p:nvPr/>
        </p:nvSpPr>
        <p:spPr>
          <a:xfrm>
            <a:off x="4445558" y="144743"/>
            <a:ext cx="3226323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endParaRPr sz="2400" dirty="0">
              <a:latin typeface="Calibri Light"/>
              <a:cs typeface="Calibri Light"/>
            </a:endParaRPr>
          </a:p>
        </p:txBody>
      </p:sp>
      <p:sp>
        <p:nvSpPr>
          <p:cNvPr id="36" name="object 21"/>
          <p:cNvSpPr txBox="1"/>
          <p:nvPr/>
        </p:nvSpPr>
        <p:spPr>
          <a:xfrm>
            <a:off x="6317932" y="1563794"/>
            <a:ext cx="17969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h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p:/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s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ee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rx.i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s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s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u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.e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u/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7" name="object 20"/>
          <p:cNvSpPr txBox="1"/>
          <p:nvPr/>
        </p:nvSpPr>
        <p:spPr>
          <a:xfrm>
            <a:off x="3462438" y="1583018"/>
            <a:ext cx="1279821" cy="254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5"/>
              </a:lnSpc>
              <a:spcBef>
                <a:spcPts val="96"/>
              </a:spcBef>
            </a:pPr>
            <a:r>
              <a:rPr sz="2700" u="heavy" spc="0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</a:t>
            </a:r>
            <a:r>
              <a:rPr sz="2700" u="heavy" spc="4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ng</a:t>
            </a:r>
            <a:r>
              <a:rPr sz="2700" u="heavy" spc="-25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r</a:t>
            </a:r>
            <a:r>
              <a:rPr sz="2700" u="heavy" spc="4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es</a:t>
            </a:r>
            <a:r>
              <a:rPr sz="2700" u="heavy" spc="0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2700" u="heavy" spc="-4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 </a:t>
            </a:r>
            <a:r>
              <a:rPr sz="2700" u="heavy" spc="-19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A</a:t>
            </a:r>
            <a:r>
              <a:rPr sz="2700" u="heavy" spc="0" baseline="3034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QUÍ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8" name="object 19"/>
          <p:cNvSpPr txBox="1"/>
          <p:nvPr/>
        </p:nvSpPr>
        <p:spPr>
          <a:xfrm>
            <a:off x="437067" y="1678013"/>
            <a:ext cx="19648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/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s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h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ol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a</a:t>
            </a:r>
            <a:r>
              <a:rPr sz="1800" u="sng" spc="-129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r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gle.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.pe/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9" name="object 18"/>
          <p:cNvSpPr txBox="1"/>
          <p:nvPr/>
        </p:nvSpPr>
        <p:spPr>
          <a:xfrm>
            <a:off x="6083352" y="3039879"/>
            <a:ext cx="2073538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.biol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o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g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y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b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o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se</a:t>
            </a:r>
            <a:r>
              <a:rPr sz="1800" u="sng" spc="-11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.o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17"/>
          <p:cNvSpPr txBox="1"/>
          <p:nvPr/>
        </p:nvSpPr>
        <p:spPr>
          <a:xfrm>
            <a:off x="371653" y="3038184"/>
            <a:ext cx="192784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.bas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-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sea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r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h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.n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1" name="object 16"/>
          <p:cNvSpPr txBox="1"/>
          <p:nvPr/>
        </p:nvSpPr>
        <p:spPr>
          <a:xfrm>
            <a:off x="3480980" y="3093683"/>
            <a:ext cx="173270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b="1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ht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t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p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s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: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//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w</a:t>
            </a:r>
            <a:r>
              <a:rPr sz="1800" b="1" u="sng" spc="1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w</a:t>
            </a:r>
            <a:r>
              <a:rPr sz="1800" b="1" u="sng" spc="-6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w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.s</a:t>
            </a:r>
            <a:r>
              <a:rPr sz="1800" b="1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c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o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pu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s</a:t>
            </a:r>
            <a:r>
              <a:rPr sz="1800" b="1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.</a:t>
            </a:r>
            <a:r>
              <a:rPr sz="1800" b="1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c</a:t>
            </a:r>
            <a:r>
              <a:rPr sz="1800" b="1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om/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2" name="object 15"/>
          <p:cNvSpPr txBox="1"/>
          <p:nvPr/>
        </p:nvSpPr>
        <p:spPr>
          <a:xfrm>
            <a:off x="6317932" y="4388830"/>
            <a:ext cx="177798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//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l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i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lac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s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.bvsal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u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.o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g</a:t>
            </a:r>
            <a:r>
              <a:rPr sz="1800" u="sng" spc="-2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14"/>
          <p:cNvSpPr txBox="1"/>
          <p:nvPr/>
        </p:nvSpPr>
        <p:spPr>
          <a:xfrm>
            <a:off x="3199910" y="4487255"/>
            <a:ext cx="199886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.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sc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ie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n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i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ec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13"/>
          <p:cNvSpPr txBox="1"/>
          <p:nvPr/>
        </p:nvSpPr>
        <p:spPr>
          <a:xfrm>
            <a:off x="344786" y="4487255"/>
            <a:ext cx="154196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//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a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s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ec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.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o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3" name="object 3"/>
          <p:cNvSpPr txBox="1"/>
          <p:nvPr/>
        </p:nvSpPr>
        <p:spPr>
          <a:xfrm>
            <a:off x="356921" y="2260817"/>
            <a:ext cx="2028444" cy="5638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4" name="object 2"/>
          <p:cNvSpPr txBox="1"/>
          <p:nvPr/>
        </p:nvSpPr>
        <p:spPr>
          <a:xfrm>
            <a:off x="4156493" y="1627468"/>
            <a:ext cx="5085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46369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sp>
        <p:nvSpPr>
          <p:cNvPr id="20" name="object 37"/>
          <p:cNvSpPr/>
          <p:nvPr/>
        </p:nvSpPr>
        <p:spPr>
          <a:xfrm>
            <a:off x="314902" y="1301968"/>
            <a:ext cx="1993392" cy="6065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36"/>
          <p:cNvSpPr/>
          <p:nvPr/>
        </p:nvSpPr>
        <p:spPr>
          <a:xfrm>
            <a:off x="4870138" y="2772776"/>
            <a:ext cx="1680971" cy="4663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33"/>
          <p:cNvSpPr/>
          <p:nvPr/>
        </p:nvSpPr>
        <p:spPr>
          <a:xfrm>
            <a:off x="2753302" y="1384264"/>
            <a:ext cx="2659380" cy="3794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34"/>
          <p:cNvSpPr/>
          <p:nvPr/>
        </p:nvSpPr>
        <p:spPr>
          <a:xfrm>
            <a:off x="2748730" y="1379692"/>
            <a:ext cx="2668524" cy="388619"/>
          </a:xfrm>
          <a:custGeom>
            <a:avLst/>
            <a:gdLst/>
            <a:ahLst/>
            <a:cxnLst/>
            <a:rect l="l" t="t" r="r" b="b"/>
            <a:pathLst>
              <a:path w="2668524" h="388619">
                <a:moveTo>
                  <a:pt x="0" y="388619"/>
                </a:moveTo>
                <a:lnTo>
                  <a:pt x="2668524" y="388619"/>
                </a:lnTo>
                <a:lnTo>
                  <a:pt x="2668524" y="0"/>
                </a:lnTo>
                <a:lnTo>
                  <a:pt x="0" y="0"/>
                </a:lnTo>
                <a:lnTo>
                  <a:pt x="0" y="38861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2314390" y="2832212"/>
            <a:ext cx="1612391" cy="47701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2308294" y="2826116"/>
            <a:ext cx="1624584" cy="489204"/>
          </a:xfrm>
          <a:custGeom>
            <a:avLst/>
            <a:gdLst/>
            <a:ahLst/>
            <a:cxnLst/>
            <a:rect l="l" t="t" r="r" b="b"/>
            <a:pathLst>
              <a:path w="1624584" h="489203">
                <a:moveTo>
                  <a:pt x="0" y="489204"/>
                </a:moveTo>
                <a:lnTo>
                  <a:pt x="1624584" y="489204"/>
                </a:lnTo>
                <a:lnTo>
                  <a:pt x="1624584" y="0"/>
                </a:lnTo>
                <a:lnTo>
                  <a:pt x="0" y="0"/>
                </a:lnTo>
                <a:lnTo>
                  <a:pt x="0" y="489204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11"/>
          <p:cNvSpPr txBox="1"/>
          <p:nvPr/>
        </p:nvSpPr>
        <p:spPr>
          <a:xfrm>
            <a:off x="2936563" y="2016216"/>
            <a:ext cx="213754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oc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h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a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eli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b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ar</a:t>
            </a:r>
            <a:r>
              <a:rPr sz="1800" u="sng" spc="-8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y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7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10"/>
          <p:cNvSpPr txBox="1"/>
          <p:nvPr/>
        </p:nvSpPr>
        <p:spPr>
          <a:xfrm>
            <a:off x="2711544" y="4224874"/>
            <a:ext cx="382671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50"/>
              </a:lnSpc>
              <a:spcBef>
                <a:spcPts val="147"/>
              </a:spcBef>
            </a:pPr>
            <a:r>
              <a:rPr sz="4200" b="1" i="1" spc="0" baseline="2925" dirty="0">
                <a:latin typeface="Calibri"/>
                <a:cs typeface="Calibri"/>
              </a:rPr>
              <a:t>M</a:t>
            </a:r>
            <a:r>
              <a:rPr sz="4200" b="1" i="1" spc="4" baseline="2925" dirty="0">
                <a:latin typeface="Calibri"/>
                <a:cs typeface="Calibri"/>
              </a:rPr>
              <a:t>á</a:t>
            </a:r>
            <a:r>
              <a:rPr sz="4200" b="1" i="1" spc="0" baseline="2925" dirty="0">
                <a:latin typeface="Calibri"/>
                <a:cs typeface="Calibri"/>
              </a:rPr>
              <a:t>s</a:t>
            </a:r>
            <a:r>
              <a:rPr sz="4200" b="1" i="1" spc="-45" baseline="2925" dirty="0">
                <a:latin typeface="Calibri"/>
                <a:cs typeface="Calibri"/>
              </a:rPr>
              <a:t> </a:t>
            </a:r>
            <a:r>
              <a:rPr sz="4200" b="1" i="1" spc="0" baseline="2925" dirty="0">
                <a:latin typeface="Calibri"/>
                <a:cs typeface="Calibri"/>
              </a:rPr>
              <a:t>ba</a:t>
            </a:r>
            <a:r>
              <a:rPr sz="4200" b="1" i="1" spc="4" baseline="2925" dirty="0">
                <a:latin typeface="Calibri"/>
                <a:cs typeface="Calibri"/>
              </a:rPr>
              <a:t>s</a:t>
            </a:r>
            <a:r>
              <a:rPr sz="4200" b="1" i="1" spc="0" baseline="2925" dirty="0">
                <a:latin typeface="Calibri"/>
                <a:cs typeface="Calibri"/>
              </a:rPr>
              <a:t>es</a:t>
            </a:r>
            <a:r>
              <a:rPr sz="4200" b="1" i="1" spc="-65" baseline="2925" dirty="0">
                <a:latin typeface="Calibri"/>
                <a:cs typeface="Calibri"/>
              </a:rPr>
              <a:t> </a:t>
            </a:r>
            <a:r>
              <a:rPr sz="4200" b="1" i="1" spc="0" baseline="2925" dirty="0">
                <a:latin typeface="Calibri"/>
                <a:cs typeface="Calibri"/>
              </a:rPr>
              <a:t>de</a:t>
            </a:r>
            <a:r>
              <a:rPr sz="4200" b="1" i="1" spc="-28" baseline="2925" dirty="0">
                <a:latin typeface="Calibri"/>
                <a:cs typeface="Calibri"/>
              </a:rPr>
              <a:t> </a:t>
            </a:r>
            <a:r>
              <a:rPr sz="4200" b="1" i="1" spc="0" baseline="2925" dirty="0">
                <a:latin typeface="Calibri"/>
                <a:cs typeface="Calibri"/>
              </a:rPr>
              <a:t>d</a:t>
            </a:r>
            <a:r>
              <a:rPr sz="4200" b="1" i="1" spc="9" baseline="2925" dirty="0">
                <a:latin typeface="Calibri"/>
                <a:cs typeface="Calibri"/>
              </a:rPr>
              <a:t>a</a:t>
            </a:r>
            <a:r>
              <a:rPr sz="4200" b="1" i="1" spc="-19" baseline="2925" dirty="0">
                <a:latin typeface="Calibri"/>
                <a:cs typeface="Calibri"/>
              </a:rPr>
              <a:t>t</a:t>
            </a:r>
            <a:r>
              <a:rPr sz="4200" b="1" i="1" spc="0" baseline="2925" dirty="0">
                <a:latin typeface="Calibri"/>
                <a:cs typeface="Calibri"/>
              </a:rPr>
              <a:t>os</a:t>
            </a:r>
            <a:r>
              <a:rPr sz="4200" b="1" i="1" spc="-26" baseline="2925" dirty="0">
                <a:latin typeface="Calibri"/>
                <a:cs typeface="Calibri"/>
              </a:rPr>
              <a:t> </a:t>
            </a:r>
            <a:r>
              <a:rPr sz="4200" b="1" i="1" u="heavy" spc="-75" baseline="2925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A</a:t>
            </a:r>
            <a:r>
              <a:rPr sz="4200" b="1" i="1" u="heavy" spc="0" baseline="2925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QUÍ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8" name="object 9"/>
          <p:cNvSpPr txBox="1"/>
          <p:nvPr/>
        </p:nvSpPr>
        <p:spPr>
          <a:xfrm>
            <a:off x="424731" y="2063714"/>
            <a:ext cx="163773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ia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l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u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i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ri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ja.es/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8"/>
          <p:cNvSpPr txBox="1"/>
          <p:nvPr/>
        </p:nvSpPr>
        <p:spPr>
          <a:xfrm>
            <a:off x="4624901" y="3394974"/>
            <a:ext cx="242911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h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p:/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ww</a:t>
            </a:r>
            <a:r>
              <a:rPr sz="1800" u="sng" spc="-75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.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n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b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i.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lm.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ih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.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g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o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v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p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u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bm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e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d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7"/>
          <p:cNvSpPr txBox="1"/>
          <p:nvPr/>
        </p:nvSpPr>
        <p:spPr>
          <a:xfrm>
            <a:off x="2326074" y="3431550"/>
            <a:ext cx="177209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.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sc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n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t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al.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5"/>
          <p:cNvSpPr txBox="1"/>
          <p:nvPr/>
        </p:nvSpPr>
        <p:spPr>
          <a:xfrm>
            <a:off x="2308294" y="2826116"/>
            <a:ext cx="1624584" cy="4892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2" name="object 4"/>
          <p:cNvSpPr txBox="1"/>
          <p:nvPr/>
        </p:nvSpPr>
        <p:spPr>
          <a:xfrm>
            <a:off x="2748730" y="1379692"/>
            <a:ext cx="2668524" cy="388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5" name="object 32"/>
          <p:cNvSpPr/>
          <p:nvPr/>
        </p:nvSpPr>
        <p:spPr>
          <a:xfrm>
            <a:off x="6103925" y="1395185"/>
            <a:ext cx="2292095" cy="53644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12"/>
          <p:cNvSpPr txBox="1"/>
          <p:nvPr/>
        </p:nvSpPr>
        <p:spPr>
          <a:xfrm>
            <a:off x="6119292" y="2063714"/>
            <a:ext cx="240023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.in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d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x-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f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m/n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u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23"/>
          <p:cNvSpPr txBox="1"/>
          <p:nvPr/>
        </p:nvSpPr>
        <p:spPr>
          <a:xfrm>
            <a:off x="1432501" y="589371"/>
            <a:ext cx="6764470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200" b="1" spc="-9" baseline="3413" dirty="0">
                <a:latin typeface="+mn-lt"/>
                <a:cs typeface="Calibri Light"/>
              </a:rPr>
              <a:t>Ot</a:t>
            </a:r>
            <a:r>
              <a:rPr sz="3200" b="1" spc="-59" baseline="3413" dirty="0">
                <a:latin typeface="+mn-lt"/>
                <a:cs typeface="Calibri Light"/>
              </a:rPr>
              <a:t>r</a:t>
            </a:r>
            <a:r>
              <a:rPr sz="3200" b="1" spc="-14" baseline="3413" dirty="0">
                <a:latin typeface="+mn-lt"/>
                <a:cs typeface="Calibri Light"/>
              </a:rPr>
              <a:t>a</a:t>
            </a:r>
            <a:r>
              <a:rPr sz="3200" b="1" spc="0" baseline="3413" dirty="0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>
                <a:latin typeface="+mn-lt"/>
                <a:cs typeface="Calibri Light"/>
              </a:rPr>
              <a:t>b</a:t>
            </a:r>
            <a:r>
              <a:rPr sz="3200" b="1" spc="0" baseline="3413" dirty="0">
                <a:latin typeface="+mn-lt"/>
                <a:cs typeface="Calibri Light"/>
              </a:rPr>
              <a:t>as</a:t>
            </a:r>
            <a:r>
              <a:rPr sz="3200" b="1" spc="-29" baseline="3413" dirty="0">
                <a:latin typeface="+mn-lt"/>
                <a:cs typeface="Calibri Light"/>
              </a:rPr>
              <a:t>e</a:t>
            </a:r>
            <a:r>
              <a:rPr sz="3200" b="1" spc="0" baseline="3413" dirty="0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>
                <a:latin typeface="+mn-lt"/>
                <a:cs typeface="Calibri Light"/>
              </a:rPr>
              <a:t>d</a:t>
            </a:r>
            <a:r>
              <a:rPr sz="3200" b="1" spc="0" baseline="3413" dirty="0">
                <a:latin typeface="+mn-lt"/>
                <a:cs typeface="Calibri Light"/>
              </a:rPr>
              <a:t>e</a:t>
            </a:r>
            <a:r>
              <a:rPr sz="3200" b="1" spc="-49" baseline="3413" dirty="0">
                <a:latin typeface="+mn-lt"/>
                <a:cs typeface="Calibri Light"/>
              </a:rPr>
              <a:t> </a:t>
            </a:r>
            <a:r>
              <a:rPr sz="3200" b="1" spc="-9" baseline="3413" dirty="0" err="1">
                <a:latin typeface="+mn-lt"/>
                <a:cs typeface="Calibri Light"/>
              </a:rPr>
              <a:t>d</a:t>
            </a:r>
            <a:r>
              <a:rPr sz="3200" b="1" spc="-25" baseline="3413" dirty="0" err="1">
                <a:latin typeface="+mn-lt"/>
                <a:cs typeface="Calibri Light"/>
              </a:rPr>
              <a:t>a</a:t>
            </a:r>
            <a:r>
              <a:rPr sz="3200" b="1" spc="-34" baseline="3413" dirty="0" err="1">
                <a:latin typeface="+mn-lt"/>
                <a:cs typeface="Calibri Light"/>
              </a:rPr>
              <a:t>t</a:t>
            </a:r>
            <a:r>
              <a:rPr sz="3200" b="1" spc="-14" baseline="3413" dirty="0" err="1">
                <a:latin typeface="+mn-lt"/>
                <a:cs typeface="Calibri Light"/>
              </a:rPr>
              <a:t>o</a:t>
            </a:r>
            <a:r>
              <a:rPr sz="3200" b="1" spc="0" baseline="3413" dirty="0" err="1">
                <a:latin typeface="+mn-lt"/>
                <a:cs typeface="Calibri Light"/>
              </a:rPr>
              <a:t>s</a:t>
            </a:r>
            <a:r>
              <a:rPr sz="3200" b="1" spc="-54" baseline="3413" dirty="0">
                <a:latin typeface="+mn-lt"/>
                <a:cs typeface="Calibri Light"/>
              </a:rPr>
              <a:t> </a:t>
            </a:r>
            <a:r>
              <a:rPr sz="3200" b="1" spc="0" baseline="3413" dirty="0">
                <a:latin typeface="+mn-lt"/>
                <a:cs typeface="Calibri Light"/>
              </a:rPr>
              <a:t>y</a:t>
            </a:r>
            <a:r>
              <a:rPr lang="es-ES" sz="3200" b="1" spc="0" baseline="3413" dirty="0">
                <a:latin typeface="+mn-lt"/>
                <a:cs typeface="Calibri Light"/>
              </a:rPr>
              <a:t> </a:t>
            </a:r>
            <a:r>
              <a:rPr lang="en-US" sz="3200" b="1" spc="-9" baseline="3413" dirty="0" err="1">
                <a:latin typeface="+mn-lt"/>
                <a:cs typeface="Calibri Light"/>
              </a:rPr>
              <a:t>bu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39" baseline="3413" dirty="0" err="1">
                <a:latin typeface="+mn-lt"/>
                <a:cs typeface="Calibri Light"/>
              </a:rPr>
              <a:t>c</a:t>
            </a:r>
            <a:r>
              <a:rPr lang="en-US" sz="3200" b="1" spc="-25" baseline="3413" dirty="0" err="1">
                <a:latin typeface="+mn-lt"/>
                <a:cs typeface="Calibri Light"/>
              </a:rPr>
              <a:t>ad</a:t>
            </a:r>
            <a:r>
              <a:rPr lang="en-US" sz="3200" b="1" spc="-29" baseline="3413" dirty="0" err="1">
                <a:latin typeface="+mn-lt"/>
                <a:cs typeface="Calibri Light"/>
              </a:rPr>
              <a:t>o</a:t>
            </a:r>
            <a:r>
              <a:rPr lang="en-US" sz="3200" b="1" spc="-44" baseline="3413" dirty="0" err="1">
                <a:latin typeface="+mn-lt"/>
                <a:cs typeface="Calibri Light"/>
              </a:rPr>
              <a:t>r</a:t>
            </a:r>
            <a:r>
              <a:rPr lang="en-US" sz="3200" b="1" spc="-19" baseline="3413" dirty="0" err="1">
                <a:latin typeface="+mn-lt"/>
                <a:cs typeface="Calibri Light"/>
              </a:rPr>
              <a:t>e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54" baseline="3413" dirty="0">
                <a:latin typeface="+mn-lt"/>
                <a:cs typeface="Calibri Light"/>
              </a:rPr>
              <a:t> </a:t>
            </a:r>
            <a:r>
              <a:rPr lang="en-US" sz="3200" b="1" spc="-9" baseline="3413" dirty="0" err="1">
                <a:latin typeface="+mn-lt"/>
                <a:cs typeface="Calibri Light"/>
              </a:rPr>
              <a:t>e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r>
              <a:rPr lang="en-US" sz="3200" b="1" spc="-14" baseline="3413" dirty="0" err="1">
                <a:latin typeface="+mn-lt"/>
                <a:cs typeface="Calibri Light"/>
              </a:rPr>
              <a:t>p</a:t>
            </a:r>
            <a:r>
              <a:rPr lang="en-US" sz="3200" b="1" spc="-19" baseline="3413" dirty="0" err="1">
                <a:latin typeface="+mn-lt"/>
                <a:cs typeface="Calibri Light"/>
              </a:rPr>
              <a:t>e</a:t>
            </a:r>
            <a:r>
              <a:rPr lang="en-US" sz="3200" b="1" spc="-25" baseline="3413" dirty="0" err="1">
                <a:latin typeface="+mn-lt"/>
                <a:cs typeface="Calibri Light"/>
              </a:rPr>
              <a:t>c</a:t>
            </a:r>
            <a:r>
              <a:rPr lang="en-US" sz="3200" b="1" baseline="3413" dirty="0" err="1">
                <a:latin typeface="+mn-lt"/>
                <a:cs typeface="Calibri Light"/>
              </a:rPr>
              <a:t>i</a:t>
            </a:r>
            <a:r>
              <a:rPr lang="en-US" sz="3200" b="1" spc="-14" baseline="3413" dirty="0" err="1">
                <a:latin typeface="+mn-lt"/>
                <a:cs typeface="Calibri Light"/>
              </a:rPr>
              <a:t>ali</a:t>
            </a:r>
            <a:r>
              <a:rPr lang="en-US" sz="3200" b="1" spc="-54" baseline="3413" dirty="0" err="1">
                <a:latin typeface="+mn-lt"/>
                <a:cs typeface="Calibri Light"/>
              </a:rPr>
              <a:t>z</a:t>
            </a:r>
            <a:r>
              <a:rPr lang="en-US" sz="3200" b="1" spc="-14" baseline="3413" dirty="0" err="1">
                <a:latin typeface="+mn-lt"/>
                <a:cs typeface="Calibri Light"/>
              </a:rPr>
              <a:t>a</a:t>
            </a:r>
            <a:r>
              <a:rPr lang="en-US" sz="3200" b="1" spc="-25" baseline="3413" dirty="0" err="1">
                <a:latin typeface="+mn-lt"/>
                <a:cs typeface="Calibri Light"/>
              </a:rPr>
              <a:t>d</a:t>
            </a:r>
            <a:r>
              <a:rPr lang="en-US" sz="3200" b="1" spc="-29" baseline="3413" dirty="0" err="1">
                <a:latin typeface="+mn-lt"/>
                <a:cs typeface="Calibri Light"/>
              </a:rPr>
              <a:t>o</a:t>
            </a:r>
            <a:r>
              <a:rPr lang="en-US" sz="3200" b="1" baseline="3413" dirty="0" err="1">
                <a:latin typeface="+mn-lt"/>
                <a:cs typeface="Calibri Light"/>
              </a:rPr>
              <a:t>s</a:t>
            </a:r>
            <a:endParaRPr sz="3200" b="1" dirty="0">
              <a:latin typeface="+mn-l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97867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sp>
        <p:nvSpPr>
          <p:cNvPr id="37" name="object 17"/>
          <p:cNvSpPr/>
          <p:nvPr/>
        </p:nvSpPr>
        <p:spPr>
          <a:xfrm>
            <a:off x="704850" y="1130609"/>
            <a:ext cx="1584960" cy="954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973521" y="2968434"/>
            <a:ext cx="1296924" cy="12969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15"/>
          <p:cNvSpPr/>
          <p:nvPr/>
        </p:nvSpPr>
        <p:spPr>
          <a:xfrm>
            <a:off x="6573013" y="1071670"/>
            <a:ext cx="1738883" cy="7543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14"/>
          <p:cNvSpPr/>
          <p:nvPr/>
        </p:nvSpPr>
        <p:spPr>
          <a:xfrm>
            <a:off x="3569208" y="1063752"/>
            <a:ext cx="1891284" cy="11338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13"/>
          <p:cNvSpPr/>
          <p:nvPr/>
        </p:nvSpPr>
        <p:spPr>
          <a:xfrm>
            <a:off x="3648837" y="3351056"/>
            <a:ext cx="1688592" cy="6751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12"/>
          <p:cNvSpPr/>
          <p:nvPr/>
        </p:nvSpPr>
        <p:spPr>
          <a:xfrm>
            <a:off x="6869074" y="2828849"/>
            <a:ext cx="1170432" cy="11704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11"/>
          <p:cNvSpPr txBox="1"/>
          <p:nvPr/>
        </p:nvSpPr>
        <p:spPr>
          <a:xfrm>
            <a:off x="1683989" y="299354"/>
            <a:ext cx="6559327" cy="2948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200" b="1" spc="-9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Bu</a:t>
            </a:r>
            <a:r>
              <a:rPr sz="3200" b="1" spc="0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</a:t>
            </a:r>
            <a:r>
              <a:rPr sz="3200" b="1" spc="-39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sz="3200" b="1" spc="-25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ad</a:t>
            </a:r>
            <a:r>
              <a:rPr sz="3200" b="1" spc="-14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sz="3200" b="1" spc="-59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sz="3200" b="1" spc="-19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sz="3200" b="1" spc="0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s</a:t>
            </a:r>
            <a:r>
              <a:rPr sz="3200" b="1" spc="-5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sz="3200" b="1" spc="-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sz="3200" b="1" spc="0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lang="es-ES" sz="3200" b="1" spc="0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s-ES" sz="3200" b="1" spc="-1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s-ES" sz="3200" b="1" spc="-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s-ES" sz="3200" b="1" spc="-3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c</a:t>
            </a:r>
            <a:r>
              <a:rPr lang="es-ES" sz="3200" b="1" spc="-1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s-ES" sz="3200" b="1" spc="-25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s-ES" sz="3200" b="1" spc="-2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o</a:t>
            </a:r>
            <a:r>
              <a:rPr lang="es-ES" sz="3200" b="1" spc="-4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s-ES" sz="3200" b="1" spc="-3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s</a:t>
            </a:r>
            <a:r>
              <a:rPr lang="es-ES" sz="3200" b="1" spc="-5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1" spc="-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lang="es-ES" sz="3200" b="1" spc="-3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s-ES" sz="3200" b="1" spc="-3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s-ES" sz="3200" b="1" spc="-1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te</a:t>
            </a:r>
            <a:r>
              <a:rPr lang="es-ES" sz="3200" b="1" spc="-4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r</a:t>
            </a:r>
            <a:r>
              <a:rPr lang="es-ES" sz="3200" b="1" spc="-1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é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s</a:t>
            </a:r>
            <a:r>
              <a:rPr lang="es-ES" sz="3200" b="1" spc="-5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1" spc="-9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s-ES" sz="3200" b="1" spc="-1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cio</a:t>
            </a:r>
            <a:r>
              <a:rPr lang="es-ES" sz="3200" b="1" spc="-25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n</a:t>
            </a:r>
            <a:r>
              <a:rPr lang="es-ES" sz="3200" b="1" spc="-14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a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l</a:t>
            </a:r>
            <a:r>
              <a:rPr lang="es-ES" sz="3200" b="1" spc="-50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s-ES" sz="3200" b="1" baseline="3413" dirty="0">
                <a:latin typeface="Calibri Light" panose="020F0302020204030204" pitchFamily="34" charset="0"/>
                <a:cs typeface="Calibri Light" panose="020F0302020204030204" pitchFamily="34" charset="0"/>
              </a:rPr>
              <a:t>y </a:t>
            </a:r>
            <a:r>
              <a:rPr lang="en-US" sz="3200" b="1" spc="-14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</a:t>
            </a:r>
            <a:r>
              <a:rPr lang="en-US" sz="3200" b="1" spc="-9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un</a:t>
            </a:r>
            <a:r>
              <a:rPr lang="en-US" sz="3200" b="1" spc="-25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</a:t>
            </a:r>
            <a:r>
              <a:rPr lang="en-US" sz="3200" b="1" spc="-14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ia</a:t>
            </a:r>
            <a:r>
              <a:rPr lang="en-US" sz="3200" b="1" baseline="3413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l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2700">
              <a:lnSpc>
                <a:spcPts val="2545"/>
              </a:lnSpc>
              <a:spcBef>
                <a:spcPts val="127"/>
              </a:spcBef>
            </a:pPr>
            <a:endParaRPr lang="es-E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2700">
              <a:lnSpc>
                <a:spcPts val="2545"/>
              </a:lnSpc>
              <a:spcBef>
                <a:spcPts val="127"/>
              </a:spcBef>
            </a:pPr>
            <a:endParaRPr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object 10"/>
          <p:cNvSpPr txBox="1"/>
          <p:nvPr/>
        </p:nvSpPr>
        <p:spPr>
          <a:xfrm>
            <a:off x="2876194" y="656589"/>
            <a:ext cx="3998747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endParaRPr sz="2400" dirty="0">
              <a:latin typeface="Calibri Light"/>
              <a:cs typeface="Calibri Light"/>
            </a:endParaRPr>
          </a:p>
        </p:txBody>
      </p:sp>
      <p:sp>
        <p:nvSpPr>
          <p:cNvPr id="45" name="object 9"/>
          <p:cNvSpPr txBox="1"/>
          <p:nvPr/>
        </p:nvSpPr>
        <p:spPr>
          <a:xfrm>
            <a:off x="6869074" y="656589"/>
            <a:ext cx="1054314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endParaRPr sz="2400" dirty="0">
              <a:latin typeface="Calibri Light"/>
              <a:cs typeface="Calibri Light"/>
            </a:endParaRPr>
          </a:p>
        </p:txBody>
      </p:sp>
      <p:sp>
        <p:nvSpPr>
          <p:cNvPr id="53" name="object 8"/>
          <p:cNvSpPr txBox="1"/>
          <p:nvPr/>
        </p:nvSpPr>
        <p:spPr>
          <a:xfrm>
            <a:off x="3648837" y="2318385"/>
            <a:ext cx="163273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.inei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b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.pe/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4" name="object 7"/>
          <p:cNvSpPr txBox="1"/>
          <p:nvPr/>
        </p:nvSpPr>
        <p:spPr>
          <a:xfrm>
            <a:off x="6637149" y="2223941"/>
            <a:ext cx="1599371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</a:t>
            </a:r>
            <a:r>
              <a:rPr sz="1800" u="sng" spc="-3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l.o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g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e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s</a:t>
            </a:r>
            <a:r>
              <a:rPr sz="1800" spc="0" baseline="2275" dirty="0">
                <a:solidFill>
                  <a:srgbClr val="006FC0"/>
                </a:solidFill>
                <a:latin typeface="Calibri"/>
                <a:cs typeface="Calibri"/>
                <a:hlinkClick r:id="rId10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6"/>
          <p:cNvSpPr txBox="1"/>
          <p:nvPr/>
        </p:nvSpPr>
        <p:spPr>
          <a:xfrm>
            <a:off x="639114" y="2396292"/>
            <a:ext cx="2091826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d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a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os.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b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a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n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mu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nd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ial.o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"/>
          <p:cNvSpPr txBox="1"/>
          <p:nvPr/>
        </p:nvSpPr>
        <p:spPr>
          <a:xfrm>
            <a:off x="516067" y="4328604"/>
            <a:ext cx="221487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.u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es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o.o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g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li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b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ar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y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4"/>
          <p:cNvSpPr txBox="1"/>
          <p:nvPr/>
        </p:nvSpPr>
        <p:spPr>
          <a:xfrm>
            <a:off x="6169172" y="4246291"/>
            <a:ext cx="253532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.b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e.es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es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Ini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n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d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x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h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ml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1" name="object 3"/>
          <p:cNvSpPr txBox="1"/>
          <p:nvPr/>
        </p:nvSpPr>
        <p:spPr>
          <a:xfrm>
            <a:off x="3727323" y="4317373"/>
            <a:ext cx="1646294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.b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np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ob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e/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2542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sp>
        <p:nvSpPr>
          <p:cNvPr id="30" name="object 15"/>
          <p:cNvSpPr/>
          <p:nvPr/>
        </p:nvSpPr>
        <p:spPr>
          <a:xfrm>
            <a:off x="180218" y="1327511"/>
            <a:ext cx="2619756" cy="5989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14"/>
          <p:cNvSpPr/>
          <p:nvPr/>
        </p:nvSpPr>
        <p:spPr>
          <a:xfrm>
            <a:off x="3642746" y="1260456"/>
            <a:ext cx="1862327" cy="6659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13"/>
          <p:cNvSpPr/>
          <p:nvPr/>
        </p:nvSpPr>
        <p:spPr>
          <a:xfrm>
            <a:off x="6820286" y="777347"/>
            <a:ext cx="1557527" cy="13197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12"/>
          <p:cNvSpPr/>
          <p:nvPr/>
        </p:nvSpPr>
        <p:spPr>
          <a:xfrm>
            <a:off x="335666" y="3622656"/>
            <a:ext cx="2307336" cy="4632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11"/>
          <p:cNvSpPr/>
          <p:nvPr/>
        </p:nvSpPr>
        <p:spPr>
          <a:xfrm>
            <a:off x="3508634" y="3116688"/>
            <a:ext cx="1920239" cy="110185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10"/>
          <p:cNvSpPr/>
          <p:nvPr/>
        </p:nvSpPr>
        <p:spPr>
          <a:xfrm>
            <a:off x="6323462" y="3444348"/>
            <a:ext cx="2624328" cy="80314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9"/>
          <p:cNvSpPr txBox="1"/>
          <p:nvPr/>
        </p:nvSpPr>
        <p:spPr>
          <a:xfrm>
            <a:off x="2888493" y="447427"/>
            <a:ext cx="3458048" cy="3305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B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3600" b="1" spc="-9" baseline="3413" dirty="0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3600" b="1" spc="-19" baseline="3413" dirty="0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36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 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d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3600" b="1" spc="-49" baseline="3413" dirty="0">
                <a:solidFill>
                  <a:srgbClr val="212A35"/>
                </a:solidFill>
                <a:latin typeface="Calibri Light"/>
                <a:cs typeface="Calibri Light"/>
              </a:rPr>
              <a:t> </a:t>
            </a:r>
            <a:r>
              <a:rPr sz="36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R</a:t>
            </a:r>
            <a:r>
              <a:rPr sz="3600" b="1" spc="-19" baseline="3413" dirty="0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3600" b="1" spc="-9" baseline="3413" dirty="0">
                <a:solidFill>
                  <a:srgbClr val="212A35"/>
                </a:solidFill>
                <a:latin typeface="Calibri Light"/>
                <a:cs typeface="Calibri Light"/>
              </a:rPr>
              <a:t>v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i</a:t>
            </a:r>
            <a:r>
              <a:rPr sz="3600" b="1" spc="-39" baseline="3413" dirty="0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3600" b="1" spc="-44" baseline="3413" dirty="0">
                <a:solidFill>
                  <a:srgbClr val="212A35"/>
                </a:solidFill>
                <a:latin typeface="Calibri Light"/>
                <a:cs typeface="Calibri Light"/>
              </a:rPr>
              <a:t>t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r>
              <a:rPr sz="3600" b="1" spc="-54" baseline="3413" dirty="0">
                <a:solidFill>
                  <a:srgbClr val="212A35"/>
                </a:solidFill>
                <a:latin typeface="Calibri Light"/>
                <a:cs typeface="Calibri Light"/>
              </a:rPr>
              <a:t> 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C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i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e</a:t>
            </a:r>
            <a:r>
              <a:rPr sz="3600" b="1" spc="-44" baseline="3413" dirty="0">
                <a:solidFill>
                  <a:srgbClr val="212A35"/>
                </a:solidFill>
                <a:latin typeface="Calibri Light"/>
                <a:cs typeface="Calibri Light"/>
              </a:rPr>
              <a:t>n</a:t>
            </a:r>
            <a:r>
              <a:rPr sz="3600" b="1" spc="-9" baseline="3413" dirty="0">
                <a:solidFill>
                  <a:srgbClr val="212A35"/>
                </a:solidFill>
                <a:latin typeface="Calibri Light"/>
                <a:cs typeface="Calibri Light"/>
              </a:rPr>
              <a:t>t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í</a:t>
            </a:r>
            <a:r>
              <a:rPr sz="3600" b="1" spc="-9" baseline="3413" dirty="0">
                <a:solidFill>
                  <a:srgbClr val="212A35"/>
                </a:solidFill>
                <a:latin typeface="Calibri Light"/>
                <a:cs typeface="Calibri Light"/>
              </a:rPr>
              <a:t>f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i</a:t>
            </a:r>
            <a:r>
              <a:rPr sz="3600" b="1" spc="-34" baseline="3413" dirty="0">
                <a:solidFill>
                  <a:srgbClr val="212A35"/>
                </a:solidFill>
                <a:latin typeface="Calibri Light"/>
                <a:cs typeface="Calibri Light"/>
              </a:rPr>
              <a:t>c</a:t>
            </a:r>
            <a:r>
              <a:rPr sz="3600" b="1" spc="-14" baseline="3413" dirty="0">
                <a:solidFill>
                  <a:srgbClr val="212A35"/>
                </a:solidFill>
                <a:latin typeface="Calibri Light"/>
                <a:cs typeface="Calibri Light"/>
              </a:rPr>
              <a:t>a</a:t>
            </a:r>
            <a:r>
              <a:rPr sz="3600" b="1" spc="0" baseline="3413" dirty="0">
                <a:solidFill>
                  <a:srgbClr val="212A35"/>
                </a:solidFill>
                <a:latin typeface="Calibri Light"/>
                <a:cs typeface="Calibri Light"/>
              </a:rPr>
              <a:t>s</a:t>
            </a:r>
            <a:endParaRPr sz="2400" b="1" dirty="0">
              <a:latin typeface="Calibri Light"/>
              <a:cs typeface="Calibri Light"/>
            </a:endParaRPr>
          </a:p>
        </p:txBody>
      </p:sp>
      <p:sp>
        <p:nvSpPr>
          <p:cNvPr id="51" name="object 8"/>
          <p:cNvSpPr txBox="1"/>
          <p:nvPr/>
        </p:nvSpPr>
        <p:spPr>
          <a:xfrm>
            <a:off x="6359530" y="2165712"/>
            <a:ext cx="2784470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1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ww</a:t>
            </a:r>
            <a:r>
              <a:rPr sz="2550" u="heavy" spc="-11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.sc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i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e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l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2550" u="heavy" spc="-2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r</a:t>
            </a:r>
            <a:r>
              <a:rPr sz="2550" u="heavy" spc="5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g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/p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h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p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/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ind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e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x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.p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h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p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2" name="object 7"/>
          <p:cNvSpPr txBox="1"/>
          <p:nvPr/>
        </p:nvSpPr>
        <p:spPr>
          <a:xfrm>
            <a:off x="673486" y="2172062"/>
            <a:ext cx="1551559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h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p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s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: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//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d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o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a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j.o</a:t>
            </a:r>
            <a:r>
              <a:rPr sz="2550" u="heavy" spc="-29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r</a:t>
            </a:r>
            <a:r>
              <a:rPr sz="2550" u="heavy" spc="59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g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/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5" name="object 6"/>
          <p:cNvSpPr txBox="1"/>
          <p:nvPr/>
        </p:nvSpPr>
        <p:spPr>
          <a:xfrm>
            <a:off x="3757808" y="2172062"/>
            <a:ext cx="1603382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1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ww</a:t>
            </a:r>
            <a:r>
              <a:rPr sz="2550" u="heavy" spc="-11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.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l</a:t>
            </a:r>
            <a:r>
              <a:rPr sz="2550" u="heavy" spc="-25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a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t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i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nd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e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x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.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o</a:t>
            </a:r>
            <a:r>
              <a:rPr sz="2550" u="heavy" spc="-29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r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6" name="object 5"/>
          <p:cNvSpPr txBox="1"/>
          <p:nvPr/>
        </p:nvSpPr>
        <p:spPr>
          <a:xfrm>
            <a:off x="6445763" y="4293470"/>
            <a:ext cx="2578198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1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ww</a:t>
            </a:r>
            <a:r>
              <a:rPr sz="2550" u="heavy" spc="-11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</a:t>
            </a:r>
            <a:r>
              <a:rPr sz="2550" u="heavy" spc="-25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r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</a:t>
            </a:r>
            <a:r>
              <a:rPr sz="2550" u="heavy" spc="-1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v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i</a:t>
            </a:r>
            <a:r>
              <a:rPr sz="2550" u="heavy" spc="-25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s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a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s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c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y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2550" u="heavy" spc="-1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c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o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n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ac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yt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</a:t>
            </a:r>
            <a:r>
              <a:rPr sz="2550" u="heavy" spc="-1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m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x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/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7" name="object 4"/>
          <p:cNvSpPr txBox="1"/>
          <p:nvPr/>
        </p:nvSpPr>
        <p:spPr>
          <a:xfrm>
            <a:off x="717682" y="4337920"/>
            <a:ext cx="1539975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14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ww</a:t>
            </a:r>
            <a:r>
              <a:rPr sz="2550" u="heavy" spc="-114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</a:t>
            </a:r>
            <a:r>
              <a:rPr sz="2550" u="heavy" spc="-25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r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d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a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l</a:t>
            </a:r>
            <a:r>
              <a:rPr sz="2550" u="heavy" spc="-25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y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c.o</a:t>
            </a:r>
            <a:r>
              <a:rPr sz="2550" u="heavy" spc="-14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r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g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62" name="object 3"/>
          <p:cNvSpPr txBox="1"/>
          <p:nvPr/>
        </p:nvSpPr>
        <p:spPr>
          <a:xfrm>
            <a:off x="3530732" y="4394943"/>
            <a:ext cx="2036198" cy="2418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35"/>
              </a:lnSpc>
              <a:spcBef>
                <a:spcPts val="91"/>
              </a:spcBef>
            </a:pP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h</a:t>
            </a:r>
            <a:r>
              <a:rPr sz="2550" u="heavy" spc="-1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t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t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p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s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: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//</a:t>
            </a:r>
            <a:r>
              <a:rPr sz="2550" u="heavy" spc="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</a:t>
            </a:r>
            <a:r>
              <a:rPr sz="2550" u="heavy" spc="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</a:t>
            </a:r>
            <a:r>
              <a:rPr sz="2550" u="heavy" spc="-11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2550" u="heavy" spc="-2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r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edi</a:t>
            </a:r>
            <a:r>
              <a:rPr sz="2550" u="heavy" spc="-4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b</a:t>
            </a:r>
            <a:r>
              <a:rPr sz="2550" u="heavy" spc="-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o</a:t>
            </a:r>
            <a:r>
              <a:rPr sz="2550" u="heavy" spc="-29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r</a:t>
            </a:r>
            <a:r>
              <a:rPr sz="2550" u="heavy" spc="0" baseline="321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g</a:t>
            </a:r>
            <a:endParaRPr sz="17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9041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sp>
        <p:nvSpPr>
          <p:cNvPr id="16" name="object 16"/>
          <p:cNvSpPr/>
          <p:nvPr/>
        </p:nvSpPr>
        <p:spPr>
          <a:xfrm>
            <a:off x="950104" y="867773"/>
            <a:ext cx="2743420" cy="5383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5"/>
          <p:cNvSpPr/>
          <p:nvPr/>
        </p:nvSpPr>
        <p:spPr>
          <a:xfrm>
            <a:off x="5006920" y="832094"/>
            <a:ext cx="2657070" cy="67556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997275" y="2299063"/>
            <a:ext cx="2468736" cy="7351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3"/>
          <p:cNvSpPr/>
          <p:nvPr/>
        </p:nvSpPr>
        <p:spPr>
          <a:xfrm>
            <a:off x="4876303" y="2390789"/>
            <a:ext cx="2787687" cy="74950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866212" y="3927157"/>
            <a:ext cx="2744941" cy="7446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11"/>
          <p:cNvSpPr/>
          <p:nvPr/>
        </p:nvSpPr>
        <p:spPr>
          <a:xfrm>
            <a:off x="5006920" y="3806171"/>
            <a:ext cx="2395366" cy="8305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10"/>
          <p:cNvSpPr txBox="1"/>
          <p:nvPr/>
        </p:nvSpPr>
        <p:spPr>
          <a:xfrm>
            <a:off x="1593669" y="267244"/>
            <a:ext cx="5512525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2545"/>
              </a:lnSpc>
              <a:spcBef>
                <a:spcPts val="127"/>
              </a:spcBef>
            </a:pPr>
            <a:r>
              <a:rPr sz="3800" b="1" spc="0" baseline="3413" dirty="0">
                <a:latin typeface="Calibri Light"/>
                <a:cs typeface="Calibri Light"/>
              </a:rPr>
              <a:t>G</a:t>
            </a:r>
            <a:r>
              <a:rPr sz="3800" b="1" spc="-29" baseline="3413" dirty="0">
                <a:latin typeface="Calibri Light"/>
                <a:cs typeface="Calibri Light"/>
              </a:rPr>
              <a:t>e</a:t>
            </a:r>
            <a:r>
              <a:rPr sz="3800" b="1" spc="-39" baseline="3413" dirty="0">
                <a:latin typeface="Calibri Light"/>
                <a:cs typeface="Calibri Light"/>
              </a:rPr>
              <a:t>s</a:t>
            </a:r>
            <a:r>
              <a:rPr sz="3800" b="1" spc="-34" baseline="3413" dirty="0">
                <a:latin typeface="Calibri Light"/>
                <a:cs typeface="Calibri Light"/>
              </a:rPr>
              <a:t>t</a:t>
            </a:r>
            <a:r>
              <a:rPr sz="3800" b="1" spc="-29" baseline="3413" dirty="0">
                <a:latin typeface="Calibri Light"/>
                <a:cs typeface="Calibri Light"/>
              </a:rPr>
              <a:t>o</a:t>
            </a:r>
            <a:r>
              <a:rPr sz="3800" b="1" spc="-44" baseline="3413" dirty="0">
                <a:latin typeface="Calibri Light"/>
                <a:cs typeface="Calibri Light"/>
              </a:rPr>
              <a:t>r</a:t>
            </a:r>
            <a:r>
              <a:rPr sz="3800" b="1" spc="-19" baseline="3413" dirty="0">
                <a:latin typeface="Calibri Light"/>
                <a:cs typeface="Calibri Light"/>
              </a:rPr>
              <a:t>e</a:t>
            </a:r>
            <a:r>
              <a:rPr sz="3800" b="1" spc="0" baseline="3413" dirty="0">
                <a:latin typeface="Calibri Light"/>
                <a:cs typeface="Calibri Light"/>
              </a:rPr>
              <a:t>s</a:t>
            </a:r>
            <a:r>
              <a:rPr sz="3800" b="1" spc="-54" baseline="3413" dirty="0">
                <a:latin typeface="Calibri Light"/>
                <a:cs typeface="Calibri Light"/>
              </a:rPr>
              <a:t> </a:t>
            </a:r>
            <a:r>
              <a:rPr sz="3800" b="1" spc="-9" baseline="3413" dirty="0">
                <a:latin typeface="Calibri Light"/>
                <a:cs typeface="Calibri Light"/>
              </a:rPr>
              <a:t>d</a:t>
            </a:r>
            <a:r>
              <a:rPr sz="3800" b="1" spc="0" baseline="3413" dirty="0">
                <a:latin typeface="Calibri Light"/>
                <a:cs typeface="Calibri Light"/>
              </a:rPr>
              <a:t>e</a:t>
            </a:r>
            <a:r>
              <a:rPr sz="3800" b="1" spc="-49" baseline="3413" dirty="0">
                <a:latin typeface="Calibri Light"/>
                <a:cs typeface="Calibri Light"/>
              </a:rPr>
              <a:t> </a:t>
            </a:r>
            <a:r>
              <a:rPr sz="3800" b="1" spc="-34" baseline="3413" dirty="0">
                <a:latin typeface="Calibri Light"/>
                <a:cs typeface="Calibri Light"/>
              </a:rPr>
              <a:t>re</a:t>
            </a:r>
            <a:r>
              <a:rPr sz="3800" b="1" spc="-79" baseline="3413" dirty="0">
                <a:latin typeface="Calibri Light"/>
                <a:cs typeface="Calibri Light"/>
              </a:rPr>
              <a:t>f</a:t>
            </a:r>
            <a:r>
              <a:rPr sz="3800" b="1" spc="-19" baseline="3413" dirty="0">
                <a:latin typeface="Calibri Light"/>
                <a:cs typeface="Calibri Light"/>
              </a:rPr>
              <a:t>e</a:t>
            </a:r>
            <a:r>
              <a:rPr sz="3800" b="1" spc="-44" baseline="3413" dirty="0">
                <a:latin typeface="Calibri Light"/>
                <a:cs typeface="Calibri Light"/>
              </a:rPr>
              <a:t>r</a:t>
            </a:r>
            <a:r>
              <a:rPr sz="3800" b="1" spc="-19" baseline="3413" dirty="0">
                <a:latin typeface="Calibri Light"/>
                <a:cs typeface="Calibri Light"/>
              </a:rPr>
              <a:t>e</a:t>
            </a:r>
            <a:r>
              <a:rPr sz="3800" b="1" spc="-25" baseline="3413" dirty="0">
                <a:latin typeface="Calibri Light"/>
                <a:cs typeface="Calibri Light"/>
              </a:rPr>
              <a:t>nc</a:t>
            </a:r>
            <a:r>
              <a:rPr sz="3800" b="1" spc="0" baseline="3413" dirty="0">
                <a:latin typeface="Calibri Light"/>
                <a:cs typeface="Calibri Light"/>
              </a:rPr>
              <a:t>i</a:t>
            </a:r>
            <a:r>
              <a:rPr sz="3800" b="1" spc="-14" baseline="3413" dirty="0">
                <a:latin typeface="Calibri Light"/>
                <a:cs typeface="Calibri Light"/>
              </a:rPr>
              <a:t>a</a:t>
            </a:r>
            <a:r>
              <a:rPr sz="3800" b="1" spc="0" baseline="3413" dirty="0">
                <a:latin typeface="Calibri Light"/>
                <a:cs typeface="Calibri Light"/>
              </a:rPr>
              <a:t>s</a:t>
            </a:r>
            <a:r>
              <a:rPr sz="3800" b="1" spc="-54" baseline="3413" dirty="0">
                <a:latin typeface="Calibri Light"/>
                <a:cs typeface="Calibri Light"/>
              </a:rPr>
              <a:t> </a:t>
            </a:r>
            <a:r>
              <a:rPr sz="3800" b="1" spc="-9" baseline="3413" dirty="0">
                <a:latin typeface="Calibri Light"/>
                <a:cs typeface="Calibri Light"/>
              </a:rPr>
              <a:t>b</a:t>
            </a:r>
            <a:r>
              <a:rPr sz="3800" b="1" spc="0" baseline="3413" dirty="0">
                <a:latin typeface="Calibri Light"/>
                <a:cs typeface="Calibri Light"/>
              </a:rPr>
              <a:t>i</a:t>
            </a:r>
            <a:r>
              <a:rPr sz="3800" b="1" spc="-14" baseline="3413" dirty="0">
                <a:latin typeface="Calibri Light"/>
                <a:cs typeface="Calibri Light"/>
              </a:rPr>
              <a:t>b</a:t>
            </a:r>
            <a:r>
              <a:rPr sz="3800" b="1" spc="0" baseline="3413" dirty="0">
                <a:latin typeface="Calibri Light"/>
                <a:cs typeface="Calibri Light"/>
              </a:rPr>
              <a:t>l</a:t>
            </a:r>
            <a:r>
              <a:rPr sz="3800" b="1" spc="-14" baseline="3413" dirty="0">
                <a:latin typeface="Calibri Light"/>
                <a:cs typeface="Calibri Light"/>
              </a:rPr>
              <a:t>io</a:t>
            </a:r>
            <a:r>
              <a:rPr sz="3800" b="1" spc="-19" baseline="3413" dirty="0">
                <a:latin typeface="Calibri Light"/>
                <a:cs typeface="Calibri Light"/>
              </a:rPr>
              <a:t>g</a:t>
            </a:r>
            <a:r>
              <a:rPr sz="3800" b="1" spc="-59" baseline="3413" dirty="0">
                <a:latin typeface="Calibri Light"/>
                <a:cs typeface="Calibri Light"/>
              </a:rPr>
              <a:t>r</a:t>
            </a:r>
            <a:r>
              <a:rPr sz="3800" b="1" spc="-25" baseline="3413" dirty="0">
                <a:latin typeface="Calibri Light"/>
                <a:cs typeface="Calibri Light"/>
              </a:rPr>
              <a:t>á</a:t>
            </a:r>
            <a:r>
              <a:rPr sz="3800" b="1" spc="-9" baseline="3413" dirty="0">
                <a:latin typeface="Calibri Light"/>
                <a:cs typeface="Calibri Light"/>
              </a:rPr>
              <a:t>f</a:t>
            </a:r>
            <a:r>
              <a:rPr sz="3800" b="1" spc="-14" baseline="3413" dirty="0">
                <a:latin typeface="Calibri Light"/>
                <a:cs typeface="Calibri Light"/>
              </a:rPr>
              <a:t>i</a:t>
            </a:r>
            <a:r>
              <a:rPr sz="3800" b="1" spc="-34" baseline="3413" dirty="0">
                <a:latin typeface="Calibri Light"/>
                <a:cs typeface="Calibri Light"/>
              </a:rPr>
              <a:t>c</a:t>
            </a:r>
            <a:r>
              <a:rPr sz="3800" b="1" spc="-14" baseline="3413" dirty="0">
                <a:latin typeface="Calibri Light"/>
                <a:cs typeface="Calibri Light"/>
              </a:rPr>
              <a:t>a</a:t>
            </a:r>
            <a:r>
              <a:rPr sz="3800" b="1" spc="0" baseline="3413" dirty="0">
                <a:latin typeface="Calibri Light"/>
                <a:cs typeface="Calibri Light"/>
              </a:rPr>
              <a:t>s</a:t>
            </a:r>
            <a:endParaRPr sz="3800" b="1" dirty="0">
              <a:latin typeface="Calibri Light"/>
              <a:cs typeface="Calibri Light"/>
            </a:endParaRPr>
          </a:p>
        </p:txBody>
      </p:sp>
      <p:sp>
        <p:nvSpPr>
          <p:cNvPr id="23" name="object 9"/>
          <p:cNvSpPr txBox="1"/>
          <p:nvPr/>
        </p:nvSpPr>
        <p:spPr>
          <a:xfrm>
            <a:off x="1339105" y="1561550"/>
            <a:ext cx="2272048" cy="304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14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ww</a:t>
            </a:r>
            <a:r>
              <a:rPr sz="3300" u="heavy" spc="-139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r</a:t>
            </a:r>
            <a:r>
              <a:rPr sz="3300" u="heavy" spc="-25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e</a:t>
            </a:r>
            <a:r>
              <a:rPr sz="3300" u="heavy" spc="14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f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w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r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k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s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.</a:t>
            </a:r>
            <a:r>
              <a:rPr sz="3300" u="heavy" spc="-25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c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o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4" name="object 8"/>
          <p:cNvSpPr txBox="1"/>
          <p:nvPr/>
        </p:nvSpPr>
        <p:spPr>
          <a:xfrm>
            <a:off x="5400946" y="1610039"/>
            <a:ext cx="1885526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9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ww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w</a:t>
            </a:r>
            <a:r>
              <a:rPr sz="3300" u="heavy" spc="9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.</a:t>
            </a:r>
            <a:r>
              <a:rPr sz="3300" u="heavy" spc="-50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z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o</a:t>
            </a:r>
            <a:r>
              <a:rPr sz="3300" u="heavy" spc="-29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t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e</a:t>
            </a:r>
            <a:r>
              <a:rPr sz="3300" u="heavy" spc="-34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r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o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.o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r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g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5" name="object 7"/>
          <p:cNvSpPr txBox="1"/>
          <p:nvPr/>
        </p:nvSpPr>
        <p:spPr>
          <a:xfrm>
            <a:off x="5206310" y="3180247"/>
            <a:ext cx="2376969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9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ww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.men</a:t>
            </a:r>
            <a:r>
              <a:rPr sz="3300" u="heavy" spc="-9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d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el</a:t>
            </a:r>
            <a:r>
              <a:rPr sz="3300" u="heavy" spc="-9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e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y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.</a:t>
            </a:r>
            <a:r>
              <a:rPr sz="3300" u="heavy" spc="-29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c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o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6" name="object 6"/>
          <p:cNvSpPr txBox="1"/>
          <p:nvPr/>
        </p:nvSpPr>
        <p:spPr>
          <a:xfrm>
            <a:off x="780969" y="3189644"/>
            <a:ext cx="3051609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14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ww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.</a:t>
            </a:r>
            <a:r>
              <a:rPr sz="3300" u="heavy" spc="-39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m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y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endno</a:t>
            </a:r>
            <a:r>
              <a:rPr sz="3300" u="heavy" spc="-29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t</a:t>
            </a:r>
            <a:r>
              <a:rPr sz="3300" u="heavy" spc="-9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eb.</a:t>
            </a:r>
            <a:r>
              <a:rPr sz="3300" u="heavy" spc="-34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c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o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7" name="object 5"/>
          <p:cNvSpPr txBox="1"/>
          <p:nvPr/>
        </p:nvSpPr>
        <p:spPr>
          <a:xfrm>
            <a:off x="1255213" y="4614830"/>
            <a:ext cx="2104178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9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ww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.c</a:t>
            </a:r>
            <a:r>
              <a:rPr sz="3300" u="heavy" spc="-4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i</a:t>
            </a:r>
            <a:r>
              <a:rPr sz="3300" u="heavy" spc="-29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t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euli</a:t>
            </a:r>
            <a:r>
              <a:rPr sz="3300" u="heavy" spc="-75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k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e.o</a:t>
            </a:r>
            <a:r>
              <a:rPr sz="3300" u="heavy" spc="-19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r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3"/>
              </a:rPr>
              <a:t>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8" name="object 4"/>
          <p:cNvSpPr txBox="1"/>
          <p:nvPr/>
        </p:nvSpPr>
        <p:spPr>
          <a:xfrm>
            <a:off x="5317054" y="4676705"/>
            <a:ext cx="2011657" cy="3042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300" u="heavy" spc="14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ww</a:t>
            </a:r>
            <a:r>
              <a:rPr sz="3300" u="heavy" spc="-144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w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.</a:t>
            </a:r>
            <a:r>
              <a:rPr sz="3300" u="heavy" spc="-25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re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fba</a:t>
            </a:r>
            <a:r>
              <a:rPr sz="3300" u="heavy" spc="4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s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e.n</a:t>
            </a:r>
            <a:r>
              <a:rPr sz="3300" u="heavy" spc="-14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e</a:t>
            </a:r>
            <a:r>
              <a:rPr sz="3300" u="heavy" spc="0" baseline="2482" dirty="0">
                <a:solidFill>
                  <a:srgbClr val="0462C1"/>
                </a:solidFill>
                <a:latin typeface="Calibri"/>
                <a:cs typeface="Calibri"/>
                <a:hlinkClick r:id="rId14"/>
              </a:rPr>
              <a:t>t</a:t>
            </a:r>
            <a:endParaRPr sz="2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37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  <p:sp>
        <p:nvSpPr>
          <p:cNvPr id="29" name="object 28"/>
          <p:cNvSpPr/>
          <p:nvPr/>
        </p:nvSpPr>
        <p:spPr>
          <a:xfrm>
            <a:off x="437170" y="2004277"/>
            <a:ext cx="1908048" cy="3459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27"/>
          <p:cNvSpPr/>
          <p:nvPr/>
        </p:nvSpPr>
        <p:spPr>
          <a:xfrm>
            <a:off x="3773204" y="4124626"/>
            <a:ext cx="1472184" cy="4267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26"/>
          <p:cNvSpPr/>
          <p:nvPr/>
        </p:nvSpPr>
        <p:spPr>
          <a:xfrm>
            <a:off x="3506505" y="713450"/>
            <a:ext cx="1857756" cy="4937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25"/>
          <p:cNvSpPr/>
          <p:nvPr/>
        </p:nvSpPr>
        <p:spPr>
          <a:xfrm>
            <a:off x="6874546" y="786602"/>
            <a:ext cx="1510283" cy="3931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24"/>
          <p:cNvSpPr/>
          <p:nvPr/>
        </p:nvSpPr>
        <p:spPr>
          <a:xfrm>
            <a:off x="3608614" y="1970750"/>
            <a:ext cx="1653539" cy="2667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23"/>
          <p:cNvSpPr/>
          <p:nvPr/>
        </p:nvSpPr>
        <p:spPr>
          <a:xfrm>
            <a:off x="477823" y="3039852"/>
            <a:ext cx="1970531" cy="5654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22"/>
          <p:cNvSpPr/>
          <p:nvPr/>
        </p:nvSpPr>
        <p:spPr>
          <a:xfrm>
            <a:off x="6284758" y="1888454"/>
            <a:ext cx="2479548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21"/>
          <p:cNvSpPr/>
          <p:nvPr/>
        </p:nvSpPr>
        <p:spPr>
          <a:xfrm>
            <a:off x="6541819" y="3050520"/>
            <a:ext cx="2016251" cy="4419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20"/>
          <p:cNvSpPr/>
          <p:nvPr/>
        </p:nvSpPr>
        <p:spPr>
          <a:xfrm>
            <a:off x="551469" y="4124626"/>
            <a:ext cx="1958339" cy="60350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6449349" y="4147486"/>
            <a:ext cx="1964436" cy="53187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18"/>
          <p:cNvSpPr/>
          <p:nvPr/>
        </p:nvSpPr>
        <p:spPr>
          <a:xfrm>
            <a:off x="3527347" y="3090144"/>
            <a:ext cx="1717548" cy="32918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17"/>
          <p:cNvSpPr/>
          <p:nvPr/>
        </p:nvSpPr>
        <p:spPr>
          <a:xfrm>
            <a:off x="551469" y="692113"/>
            <a:ext cx="1328928" cy="5745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16"/>
          <p:cNvSpPr txBox="1"/>
          <p:nvPr/>
        </p:nvSpPr>
        <p:spPr>
          <a:xfrm>
            <a:off x="2927985" y="222922"/>
            <a:ext cx="2814772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r>
              <a:rPr sz="3600" b="1" spc="0" baseline="3413" dirty="0">
                <a:latin typeface="Calibri Light"/>
                <a:cs typeface="Calibri Light"/>
              </a:rPr>
              <a:t>R</a:t>
            </a:r>
            <a:r>
              <a:rPr sz="3600" b="1" spc="-19" baseline="3413" dirty="0">
                <a:latin typeface="Calibri Light"/>
                <a:cs typeface="Calibri Light"/>
              </a:rPr>
              <a:t>a</a:t>
            </a:r>
            <a:r>
              <a:rPr sz="3600" b="1" spc="-39" baseline="3413" dirty="0">
                <a:latin typeface="Calibri Light"/>
                <a:cs typeface="Calibri Light"/>
              </a:rPr>
              <a:t>s</a:t>
            </a:r>
            <a:r>
              <a:rPr sz="3600" b="1" spc="-9" baseline="3413" dirty="0">
                <a:latin typeface="Calibri Light"/>
                <a:cs typeface="Calibri Light"/>
              </a:rPr>
              <a:t>t</a:t>
            </a:r>
            <a:r>
              <a:rPr sz="3600" b="1" spc="-44" baseline="3413" dirty="0">
                <a:latin typeface="Calibri Light"/>
                <a:cs typeface="Calibri Light"/>
              </a:rPr>
              <a:t>r</a:t>
            </a:r>
            <a:r>
              <a:rPr sz="3600" b="1" spc="-19" baseline="3413" dirty="0">
                <a:latin typeface="Calibri Light"/>
                <a:cs typeface="Calibri Light"/>
              </a:rPr>
              <a:t>e</a:t>
            </a:r>
            <a:r>
              <a:rPr sz="3600" b="1" spc="-25" baseline="3413" dirty="0">
                <a:latin typeface="Calibri Light"/>
                <a:cs typeface="Calibri Light"/>
              </a:rPr>
              <a:t>ad</a:t>
            </a:r>
            <a:r>
              <a:rPr sz="3600" b="1" spc="-14" baseline="3413" dirty="0">
                <a:latin typeface="Calibri Light"/>
                <a:cs typeface="Calibri Light"/>
              </a:rPr>
              <a:t>o</a:t>
            </a:r>
            <a:r>
              <a:rPr sz="3600" b="1" spc="-59" baseline="3413" dirty="0">
                <a:latin typeface="Calibri Light"/>
                <a:cs typeface="Calibri Light"/>
              </a:rPr>
              <a:t>r</a:t>
            </a:r>
            <a:r>
              <a:rPr sz="3600" b="1" spc="-19" baseline="3413" dirty="0">
                <a:latin typeface="Calibri Light"/>
                <a:cs typeface="Calibri Light"/>
              </a:rPr>
              <a:t>e</a:t>
            </a:r>
            <a:r>
              <a:rPr sz="3600" b="1" spc="0" baseline="3413" dirty="0">
                <a:latin typeface="Calibri Light"/>
                <a:cs typeface="Calibri Light"/>
              </a:rPr>
              <a:t>s</a:t>
            </a:r>
            <a:r>
              <a:rPr sz="3600" b="1" spc="-54" baseline="3413" dirty="0">
                <a:latin typeface="Calibri Light"/>
                <a:cs typeface="Calibri Light"/>
              </a:rPr>
              <a:t> </a:t>
            </a:r>
            <a:r>
              <a:rPr sz="3600" b="1" spc="-9" baseline="3413" dirty="0">
                <a:latin typeface="Calibri Light"/>
                <a:cs typeface="Calibri Light"/>
              </a:rPr>
              <a:t>d</a:t>
            </a:r>
            <a:r>
              <a:rPr sz="3600" b="1" spc="0" baseline="3413" dirty="0">
                <a:latin typeface="Calibri Light"/>
                <a:cs typeface="Calibri Light"/>
              </a:rPr>
              <a:t>e</a:t>
            </a:r>
            <a:r>
              <a:rPr sz="3600" b="1" spc="-34" baseline="3413" dirty="0">
                <a:latin typeface="Calibri Light"/>
                <a:cs typeface="Calibri Light"/>
              </a:rPr>
              <a:t> </a:t>
            </a:r>
            <a:r>
              <a:rPr sz="3600" b="1" spc="-9" baseline="3413" dirty="0">
                <a:latin typeface="Calibri Light"/>
                <a:cs typeface="Calibri Light"/>
              </a:rPr>
              <a:t>p</a:t>
            </a:r>
            <a:r>
              <a:rPr sz="3600" b="1" spc="0" baseline="3413" dirty="0">
                <a:latin typeface="Calibri Light"/>
                <a:cs typeface="Calibri Light"/>
              </a:rPr>
              <a:t>la</a:t>
            </a:r>
            <a:r>
              <a:rPr sz="3600" b="1" spc="-25" baseline="3413" dirty="0">
                <a:latin typeface="Calibri Light"/>
                <a:cs typeface="Calibri Light"/>
              </a:rPr>
              <a:t>g</a:t>
            </a:r>
            <a:r>
              <a:rPr sz="3600" b="1" spc="-14" baseline="3413" dirty="0">
                <a:latin typeface="Calibri Light"/>
                <a:cs typeface="Calibri Light"/>
              </a:rPr>
              <a:t>i</a:t>
            </a:r>
            <a:r>
              <a:rPr sz="3600" b="1" spc="0" baseline="3413" dirty="0">
                <a:latin typeface="Calibri Light"/>
                <a:cs typeface="Calibri Light"/>
              </a:rPr>
              <a:t>o</a:t>
            </a:r>
            <a:endParaRPr sz="2400" b="1" dirty="0">
              <a:latin typeface="Calibri Light"/>
              <a:cs typeface="Calibri Light"/>
            </a:endParaRPr>
          </a:p>
        </p:txBody>
      </p:sp>
      <p:sp>
        <p:nvSpPr>
          <p:cNvPr id="42" name="object 15"/>
          <p:cNvSpPr txBox="1"/>
          <p:nvPr/>
        </p:nvSpPr>
        <p:spPr>
          <a:xfrm>
            <a:off x="3173512" y="1318859"/>
            <a:ext cx="293289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.plagi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u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m.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m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es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/d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ec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o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rd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5"/>
              </a:rPr>
              <a:t>lagio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3" name="object 14"/>
          <p:cNvSpPr txBox="1"/>
          <p:nvPr/>
        </p:nvSpPr>
        <p:spPr>
          <a:xfrm>
            <a:off x="6680744" y="1318859"/>
            <a:ext cx="197138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.plags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a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m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6"/>
              </a:rPr>
              <a:t>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4" name="object 13"/>
          <p:cNvSpPr txBox="1"/>
          <p:nvPr/>
        </p:nvSpPr>
        <p:spPr>
          <a:xfrm>
            <a:off x="364729" y="1384137"/>
            <a:ext cx="185371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w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o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gle.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7"/>
              </a:rPr>
              <a:t>.pe/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5" name="object 12"/>
          <p:cNvSpPr txBox="1"/>
          <p:nvPr/>
        </p:nvSpPr>
        <p:spPr>
          <a:xfrm>
            <a:off x="6426871" y="2441412"/>
            <a:ext cx="220765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.plagio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v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f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i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a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o</a:t>
            </a:r>
            <a:r>
              <a:rPr sz="1800" u="sng" spc="-11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8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6" name="object 11"/>
          <p:cNvSpPr txBox="1"/>
          <p:nvPr/>
        </p:nvSpPr>
        <p:spPr>
          <a:xfrm>
            <a:off x="491830" y="2462240"/>
            <a:ext cx="167145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la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iarisma.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e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t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19"/>
              </a:rPr>
              <a:t>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7" name="object 10"/>
          <p:cNvSpPr txBox="1"/>
          <p:nvPr/>
        </p:nvSpPr>
        <p:spPr>
          <a:xfrm>
            <a:off x="3597438" y="2462240"/>
            <a:ext cx="1826803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o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p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y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s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a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e.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0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8" name="object 9"/>
          <p:cNvSpPr txBox="1"/>
          <p:nvPr/>
        </p:nvSpPr>
        <p:spPr>
          <a:xfrm>
            <a:off x="6696759" y="3550518"/>
            <a:ext cx="1977679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/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es.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p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l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agia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ism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d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e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ec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.o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r</a:t>
            </a:r>
            <a:r>
              <a:rPr sz="1800" u="sng" spc="44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g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1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9" name="object 8"/>
          <p:cNvSpPr txBox="1"/>
          <p:nvPr/>
        </p:nvSpPr>
        <p:spPr>
          <a:xfrm>
            <a:off x="3448226" y="3582142"/>
            <a:ext cx="2219995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/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a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n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lagia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i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s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.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s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o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f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o</a:t>
            </a:r>
            <a:r>
              <a:rPr sz="1800" u="sng" spc="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2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0" name="object 7"/>
          <p:cNvSpPr txBox="1"/>
          <p:nvPr/>
        </p:nvSpPr>
        <p:spPr>
          <a:xfrm>
            <a:off x="428242" y="3677646"/>
            <a:ext cx="2018522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.d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up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lic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h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ec</a:t>
            </a:r>
            <a:r>
              <a:rPr sz="1800" u="sng" spc="-39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k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e</a:t>
            </a:r>
            <a:r>
              <a:rPr sz="1800" u="sng" spc="-11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r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o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m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3"/>
              </a:rPr>
              <a:t>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1" name="object 6"/>
          <p:cNvSpPr txBox="1"/>
          <p:nvPr/>
        </p:nvSpPr>
        <p:spPr>
          <a:xfrm>
            <a:off x="3836451" y="4720306"/>
            <a:ext cx="1374527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s: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4"/>
              </a:rPr>
              <a:t>.plag.es/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2" name="object 5"/>
          <p:cNvSpPr txBox="1"/>
          <p:nvPr/>
        </p:nvSpPr>
        <p:spPr>
          <a:xfrm>
            <a:off x="6651533" y="4745605"/>
            <a:ext cx="1566190" cy="1778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0"/>
              </a:lnSpc>
              <a:spcBef>
                <a:spcPts val="66"/>
              </a:spcBef>
            </a:pP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ht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t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//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ww</a:t>
            </a:r>
            <a:r>
              <a:rPr sz="1800" u="sng" spc="-79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w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.ur</a:t>
            </a:r>
            <a:r>
              <a:rPr sz="1800" u="sng" spc="-1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k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un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d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5"/>
              </a:rPr>
              <a:t>om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3" name="object 4"/>
          <p:cNvSpPr txBox="1"/>
          <p:nvPr/>
        </p:nvSpPr>
        <p:spPr>
          <a:xfrm>
            <a:off x="675319" y="4875526"/>
            <a:ext cx="1484326" cy="1781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h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t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t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p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: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/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t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ur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n</a:t>
            </a:r>
            <a:r>
              <a:rPr sz="1800" u="sng" spc="-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i</a:t>
            </a:r>
            <a:r>
              <a:rPr sz="1800" u="sng" spc="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t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i</a:t>
            </a:r>
            <a:r>
              <a:rPr sz="1800" u="sng" spc="-4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n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.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c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om</a:t>
            </a:r>
            <a:r>
              <a:rPr sz="1800" u="sng" spc="-19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/</a:t>
            </a:r>
            <a:r>
              <a:rPr sz="1800" u="sng" spc="0" baseline="2275" dirty="0">
                <a:solidFill>
                  <a:srgbClr val="0462C1"/>
                </a:solidFill>
                <a:latin typeface="Calibri"/>
                <a:cs typeface="Calibri"/>
                <a:hlinkClick r:id="rId26"/>
              </a:rPr>
              <a:t>es/</a:t>
            </a:r>
            <a:endParaRPr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5027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 dirty="0"/>
          </a:p>
        </p:txBody>
      </p:sp>
      <p:sp>
        <p:nvSpPr>
          <p:cNvPr id="28" name="object 14"/>
          <p:cNvSpPr/>
          <p:nvPr/>
        </p:nvSpPr>
        <p:spPr>
          <a:xfrm>
            <a:off x="544721" y="1365939"/>
            <a:ext cx="2221992" cy="925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13"/>
          <p:cNvSpPr/>
          <p:nvPr/>
        </p:nvSpPr>
        <p:spPr>
          <a:xfrm>
            <a:off x="7003433" y="1376607"/>
            <a:ext cx="1813559" cy="11704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12"/>
          <p:cNvSpPr/>
          <p:nvPr/>
        </p:nvSpPr>
        <p:spPr>
          <a:xfrm>
            <a:off x="5038997" y="3176450"/>
            <a:ext cx="2272283" cy="7559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11"/>
          <p:cNvSpPr/>
          <p:nvPr/>
        </p:nvSpPr>
        <p:spPr>
          <a:xfrm>
            <a:off x="3636917" y="1464999"/>
            <a:ext cx="2537460" cy="46939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10"/>
          <p:cNvSpPr/>
          <p:nvPr/>
        </p:nvSpPr>
        <p:spPr>
          <a:xfrm>
            <a:off x="2147969" y="3191691"/>
            <a:ext cx="1760220" cy="8290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9"/>
          <p:cNvSpPr txBox="1"/>
          <p:nvPr/>
        </p:nvSpPr>
        <p:spPr>
          <a:xfrm>
            <a:off x="1915886" y="465254"/>
            <a:ext cx="5634445" cy="3851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2545"/>
              </a:lnSpc>
              <a:spcBef>
                <a:spcPts val="127"/>
              </a:spcBef>
            </a:pPr>
            <a:r>
              <a:rPr sz="3600" b="1" spc="-9" baseline="3413" dirty="0">
                <a:latin typeface="Calibri Light"/>
                <a:cs typeface="Calibri Light"/>
              </a:rPr>
              <a:t>C</a:t>
            </a:r>
            <a:r>
              <a:rPr sz="3600" b="1" spc="0" baseline="3413" dirty="0">
                <a:latin typeface="Calibri Light"/>
                <a:cs typeface="Calibri Light"/>
              </a:rPr>
              <a:t>ó</a:t>
            </a:r>
            <a:r>
              <a:rPr sz="3600" b="1" spc="-25" baseline="3413" dirty="0">
                <a:latin typeface="Calibri Light"/>
                <a:cs typeface="Calibri Light"/>
              </a:rPr>
              <a:t>d</a:t>
            </a:r>
            <a:r>
              <a:rPr sz="3600" b="1" spc="0" baseline="3413" dirty="0">
                <a:latin typeface="Calibri Light"/>
                <a:cs typeface="Calibri Light"/>
              </a:rPr>
              <a:t>i</a:t>
            </a:r>
            <a:r>
              <a:rPr sz="3600" b="1" spc="-34" baseline="3413" dirty="0">
                <a:latin typeface="Calibri Light"/>
                <a:cs typeface="Calibri Light"/>
              </a:rPr>
              <a:t>g</a:t>
            </a:r>
            <a:r>
              <a:rPr sz="3600" b="1" spc="0" baseline="3413" dirty="0">
                <a:latin typeface="Calibri Light"/>
                <a:cs typeface="Calibri Light"/>
              </a:rPr>
              <a:t>o</a:t>
            </a:r>
            <a:r>
              <a:rPr sz="3600" b="1" spc="-64" baseline="3413" dirty="0">
                <a:latin typeface="Calibri Light"/>
                <a:cs typeface="Calibri Light"/>
              </a:rPr>
              <a:t> </a:t>
            </a:r>
            <a:r>
              <a:rPr sz="3600" b="1" spc="-9" baseline="3413" dirty="0">
                <a:latin typeface="Calibri Light"/>
                <a:cs typeface="Calibri Light"/>
              </a:rPr>
              <a:t>p</a:t>
            </a:r>
            <a:r>
              <a:rPr sz="3600" b="1" spc="0" baseline="3413" dirty="0">
                <a:latin typeface="Calibri Light"/>
                <a:cs typeface="Calibri Light"/>
              </a:rPr>
              <a:t>a</a:t>
            </a:r>
            <a:r>
              <a:rPr sz="3600" b="1" spc="-59" baseline="3413" dirty="0">
                <a:latin typeface="Calibri Light"/>
                <a:cs typeface="Calibri Light"/>
              </a:rPr>
              <a:t>r</a:t>
            </a:r>
            <a:r>
              <a:rPr sz="3600" b="1" spc="0" baseline="3413" dirty="0">
                <a:latin typeface="Calibri Light"/>
                <a:cs typeface="Calibri Light"/>
              </a:rPr>
              <a:t>a</a:t>
            </a:r>
            <a:r>
              <a:rPr sz="3600" b="1" spc="-49" baseline="3413" dirty="0">
                <a:latin typeface="Calibri Light"/>
                <a:cs typeface="Calibri Light"/>
              </a:rPr>
              <a:t> </a:t>
            </a:r>
            <a:r>
              <a:rPr sz="3600" b="1" spc="-9" baseline="3413" dirty="0" err="1">
                <a:latin typeface="Calibri Light"/>
                <a:cs typeface="Calibri Light"/>
              </a:rPr>
              <a:t>pub</a:t>
            </a:r>
            <a:r>
              <a:rPr sz="3600" b="1" spc="0" baseline="3413" dirty="0" err="1">
                <a:latin typeface="Calibri Light"/>
                <a:cs typeface="Calibri Light"/>
              </a:rPr>
              <a:t>l</a:t>
            </a:r>
            <a:r>
              <a:rPr sz="3600" b="1" spc="-14" baseline="3413" dirty="0" err="1">
                <a:latin typeface="Calibri Light"/>
                <a:cs typeface="Calibri Light"/>
              </a:rPr>
              <a:t>i</a:t>
            </a:r>
            <a:r>
              <a:rPr sz="3600" b="1" spc="-34" baseline="3413" dirty="0" err="1">
                <a:latin typeface="Calibri Light"/>
                <a:cs typeface="Calibri Light"/>
              </a:rPr>
              <a:t>c</a:t>
            </a:r>
            <a:r>
              <a:rPr sz="3600" b="1" spc="-14" baseline="3413" dirty="0" err="1">
                <a:latin typeface="Calibri Light"/>
                <a:cs typeface="Calibri Light"/>
              </a:rPr>
              <a:t>a</a:t>
            </a:r>
            <a:r>
              <a:rPr sz="3600" b="1" spc="-25" baseline="3413" dirty="0" err="1">
                <a:latin typeface="Calibri Light"/>
                <a:cs typeface="Calibri Light"/>
              </a:rPr>
              <a:t>c</a:t>
            </a:r>
            <a:r>
              <a:rPr sz="3600" b="1" spc="-14" baseline="3413" dirty="0" err="1">
                <a:latin typeface="Calibri Light"/>
                <a:cs typeface="Calibri Light"/>
              </a:rPr>
              <a:t>io</a:t>
            </a:r>
            <a:r>
              <a:rPr sz="3600" b="1" spc="-25" baseline="3413" dirty="0" err="1">
                <a:latin typeface="Calibri Light"/>
                <a:cs typeface="Calibri Light"/>
              </a:rPr>
              <a:t>n</a:t>
            </a:r>
            <a:r>
              <a:rPr sz="3600" b="1" spc="-19" baseline="3413" dirty="0" err="1">
                <a:latin typeface="Calibri Light"/>
                <a:cs typeface="Calibri Light"/>
              </a:rPr>
              <a:t>e</a:t>
            </a:r>
            <a:r>
              <a:rPr sz="3600" b="1" spc="0" baseline="3413" dirty="0" err="1">
                <a:latin typeface="Calibri Light"/>
                <a:cs typeface="Calibri Light"/>
              </a:rPr>
              <a:t>s</a:t>
            </a:r>
            <a:r>
              <a:rPr sz="3600" b="1" spc="-54" baseline="3413" dirty="0">
                <a:latin typeface="Calibri Light"/>
                <a:cs typeface="Calibri Light"/>
              </a:rPr>
              <a:t> </a:t>
            </a:r>
            <a:r>
              <a:rPr sz="3600" b="1" spc="0" baseline="3413" dirty="0">
                <a:latin typeface="Calibri Light"/>
                <a:cs typeface="Calibri Light"/>
              </a:rPr>
              <a:t>e</a:t>
            </a:r>
            <a:r>
              <a:rPr lang="es-ES" sz="3600" b="1" spc="0" baseline="3413" dirty="0">
                <a:latin typeface="Calibri Light"/>
                <a:cs typeface="Calibri Light"/>
              </a:rPr>
              <a:t> </a:t>
            </a:r>
            <a:r>
              <a:rPr lang="en-US" sz="3600" b="1" baseline="3413" dirty="0" err="1">
                <a:latin typeface="Calibri Light"/>
                <a:cs typeface="Calibri Light"/>
              </a:rPr>
              <a:t>i</a:t>
            </a:r>
            <a:r>
              <a:rPr lang="en-US" sz="3600" b="1" spc="-50" baseline="3413" dirty="0" err="1">
                <a:latin typeface="Calibri Light"/>
                <a:cs typeface="Calibri Light"/>
              </a:rPr>
              <a:t>n</a:t>
            </a:r>
            <a:r>
              <a:rPr lang="en-US" sz="3600" b="1" spc="-25" baseline="3413" dirty="0" err="1">
                <a:latin typeface="Calibri Light"/>
                <a:cs typeface="Calibri Light"/>
              </a:rPr>
              <a:t>v</a:t>
            </a:r>
            <a:r>
              <a:rPr lang="en-US" sz="3600" b="1" spc="-19" baseline="3413" dirty="0" err="1">
                <a:latin typeface="Calibri Light"/>
                <a:cs typeface="Calibri Light"/>
              </a:rPr>
              <a:t>e</a:t>
            </a:r>
            <a:r>
              <a:rPr lang="en-US" sz="3600" b="1" spc="-39" baseline="3413" dirty="0" err="1">
                <a:latin typeface="Calibri Light"/>
                <a:cs typeface="Calibri Light"/>
              </a:rPr>
              <a:t>s</a:t>
            </a:r>
            <a:r>
              <a:rPr lang="en-US" sz="3600" b="1" spc="-19" baseline="3413" dirty="0" err="1">
                <a:latin typeface="Calibri Light"/>
                <a:cs typeface="Calibri Light"/>
              </a:rPr>
              <a:t>t</a:t>
            </a:r>
            <a:r>
              <a:rPr lang="en-US" sz="3600" b="1" baseline="3413" dirty="0" err="1">
                <a:latin typeface="Calibri Light"/>
                <a:cs typeface="Calibri Light"/>
              </a:rPr>
              <a:t>i</a:t>
            </a:r>
            <a:r>
              <a:rPr lang="en-US" sz="3600" b="1" spc="-69" baseline="3413" dirty="0" err="1">
                <a:latin typeface="Calibri Light"/>
                <a:cs typeface="Calibri Light"/>
              </a:rPr>
              <a:t>g</a:t>
            </a:r>
            <a:r>
              <a:rPr lang="en-US" sz="3600" b="1" spc="-25" baseline="3413" dirty="0" err="1">
                <a:latin typeface="Calibri Light"/>
                <a:cs typeface="Calibri Light"/>
              </a:rPr>
              <a:t>ad</a:t>
            </a:r>
            <a:r>
              <a:rPr lang="en-US" sz="3600" b="1" spc="-14" baseline="3413" dirty="0" err="1">
                <a:latin typeface="Calibri Light"/>
                <a:cs typeface="Calibri Light"/>
              </a:rPr>
              <a:t>o</a:t>
            </a:r>
            <a:r>
              <a:rPr lang="en-US" sz="3600" b="1" spc="-59" baseline="3413" dirty="0" err="1">
                <a:latin typeface="Calibri Light"/>
                <a:cs typeface="Calibri Light"/>
              </a:rPr>
              <a:t>r</a:t>
            </a:r>
            <a:r>
              <a:rPr lang="en-US" sz="3600" b="1" spc="-19" baseline="3413" dirty="0" err="1">
                <a:latin typeface="Calibri Light"/>
                <a:cs typeface="Calibri Light"/>
              </a:rPr>
              <a:t>e</a:t>
            </a:r>
            <a:r>
              <a:rPr lang="en-US" sz="3600" b="1" baseline="3413" dirty="0" err="1">
                <a:latin typeface="Calibri Light"/>
                <a:cs typeface="Calibri Light"/>
              </a:rPr>
              <a:t>s</a:t>
            </a:r>
            <a:endParaRPr sz="3600" b="1" dirty="0">
              <a:latin typeface="Calibri Light"/>
              <a:cs typeface="Calibri Light"/>
            </a:endParaRPr>
          </a:p>
        </p:txBody>
      </p:sp>
      <p:sp>
        <p:nvSpPr>
          <p:cNvPr id="59" name="object 8"/>
          <p:cNvSpPr txBox="1"/>
          <p:nvPr/>
        </p:nvSpPr>
        <p:spPr>
          <a:xfrm>
            <a:off x="5526422" y="520245"/>
            <a:ext cx="1796811" cy="3302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45"/>
              </a:lnSpc>
              <a:spcBef>
                <a:spcPts val="127"/>
              </a:spcBef>
            </a:pPr>
            <a:endParaRPr sz="2400" dirty="0">
              <a:latin typeface="Calibri Light"/>
              <a:cs typeface="Calibri Light"/>
            </a:endParaRPr>
          </a:p>
        </p:txBody>
      </p:sp>
      <p:sp>
        <p:nvSpPr>
          <p:cNvPr id="60" name="object 7"/>
          <p:cNvSpPr txBox="1"/>
          <p:nvPr/>
        </p:nvSpPr>
        <p:spPr>
          <a:xfrm>
            <a:off x="4606308" y="2147903"/>
            <a:ext cx="623565" cy="2802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3000" b="1" u="heavy" spc="-29" baseline="2730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A</a:t>
            </a:r>
            <a:r>
              <a:rPr sz="3000" b="1" u="heavy" spc="0" baseline="2730" dirty="0">
                <a:solidFill>
                  <a:srgbClr val="0462C1"/>
                </a:solidFill>
                <a:latin typeface="Calibri"/>
                <a:cs typeface="Calibri"/>
                <a:hlinkClick r:id="rId8"/>
              </a:rPr>
              <a:t>QUÍ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1" name="object 6"/>
          <p:cNvSpPr txBox="1"/>
          <p:nvPr/>
        </p:nvSpPr>
        <p:spPr>
          <a:xfrm>
            <a:off x="1074565" y="2486460"/>
            <a:ext cx="623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3000" b="1" u="heavy" spc="-25" baseline="2730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A</a:t>
            </a:r>
            <a:r>
              <a:rPr sz="3000" b="1" u="heavy" spc="0" baseline="2730" dirty="0">
                <a:solidFill>
                  <a:srgbClr val="0462C1"/>
                </a:solidFill>
                <a:latin typeface="Calibri"/>
                <a:cs typeface="Calibri"/>
                <a:hlinkClick r:id="rId9"/>
              </a:rPr>
              <a:t>QUÍ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2" name="object 5"/>
          <p:cNvSpPr txBox="1"/>
          <p:nvPr/>
        </p:nvSpPr>
        <p:spPr>
          <a:xfrm>
            <a:off x="7462919" y="2586409"/>
            <a:ext cx="623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3000" b="1" u="heavy" spc="-25" baseline="2730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A</a:t>
            </a:r>
            <a:r>
              <a:rPr sz="3000" b="1" u="heavy" spc="0" baseline="2730" dirty="0">
                <a:solidFill>
                  <a:srgbClr val="0462C1"/>
                </a:solidFill>
                <a:latin typeface="Calibri"/>
                <a:cs typeface="Calibri"/>
                <a:hlinkClick r:id="rId10"/>
              </a:rPr>
              <a:t>QUÍ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3" name="object 4"/>
          <p:cNvSpPr txBox="1"/>
          <p:nvPr/>
        </p:nvSpPr>
        <p:spPr>
          <a:xfrm>
            <a:off x="5585605" y="4050338"/>
            <a:ext cx="623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3000" b="1" u="heavy" spc="-25" baseline="2730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A</a:t>
            </a:r>
            <a:r>
              <a:rPr sz="3000" b="1" u="heavy" spc="0" baseline="2730" dirty="0">
                <a:solidFill>
                  <a:srgbClr val="0462C1"/>
                </a:solidFill>
                <a:latin typeface="Calibri"/>
                <a:cs typeface="Calibri"/>
                <a:hlinkClick r:id="rId11"/>
              </a:rPr>
              <a:t>QUÍ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4" name="object 3"/>
          <p:cNvSpPr txBox="1"/>
          <p:nvPr/>
        </p:nvSpPr>
        <p:spPr>
          <a:xfrm>
            <a:off x="2670447" y="4178989"/>
            <a:ext cx="623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40"/>
              </a:lnSpc>
              <a:spcBef>
                <a:spcPts val="107"/>
              </a:spcBef>
            </a:pPr>
            <a:r>
              <a:rPr sz="3000" b="1" u="heavy" spc="-25" baseline="2730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A</a:t>
            </a:r>
            <a:r>
              <a:rPr sz="3000" b="1" u="heavy" spc="0" baseline="2730" dirty="0">
                <a:solidFill>
                  <a:srgbClr val="0462C1"/>
                </a:solidFill>
                <a:latin typeface="Calibri"/>
                <a:cs typeface="Calibri"/>
                <a:hlinkClick r:id="rId12"/>
              </a:rPr>
              <a:t>QUÍ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098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 dirty="0"/>
          </a:p>
        </p:txBody>
      </p:sp>
      <p:sp>
        <p:nvSpPr>
          <p:cNvPr id="3" name="Rectángulo 2"/>
          <p:cNvSpPr/>
          <p:nvPr/>
        </p:nvSpPr>
        <p:spPr>
          <a:xfrm>
            <a:off x="719591" y="1941769"/>
            <a:ext cx="616486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 err="1">
                <a:solidFill>
                  <a:srgbClr val="002060"/>
                </a:solidFill>
                <a:latin typeface="+mj-lt"/>
              </a:rPr>
              <a:t>Didactalia</a:t>
            </a:r>
            <a:r>
              <a:rPr lang="es-ES" sz="3600" b="1" dirty="0">
                <a:solidFill>
                  <a:srgbClr val="002060"/>
                </a:solidFill>
                <a:latin typeface="+mj-lt"/>
              </a:rPr>
              <a:t> recursos educativos de libre acceso</a:t>
            </a:r>
          </a:p>
          <a:p>
            <a:r>
              <a:rPr lang="en-US" sz="3600" dirty="0">
                <a:latin typeface="+mj-lt"/>
                <a:hlinkClick r:id="rId3"/>
              </a:rPr>
              <a:t>https://www.youtube.com/watch?v=UtRyq8CD6ak</a:t>
            </a:r>
            <a:endParaRPr lang="en-US" sz="3600" b="1" dirty="0">
              <a:solidFill>
                <a:srgbClr val="00206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5950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5" name="Marcador de contenido 3"/>
          <p:cNvSpPr txBox="1">
            <a:spLocks/>
          </p:cNvSpPr>
          <p:nvPr/>
        </p:nvSpPr>
        <p:spPr>
          <a:xfrm>
            <a:off x="298503" y="869057"/>
            <a:ext cx="8229600" cy="3888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algn="just"/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Educativa (2016). Planilla de Funcionalidades del </a:t>
            </a:r>
            <a:r>
              <a:rPr lang="es-419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Lms</a:t>
            </a:r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Educativa Campus 7. Consultado en: http://www.educativa.com/wp-content/uploads/2016/06/indicadores.pdf</a:t>
            </a:r>
          </a:p>
          <a:p>
            <a:pPr algn="just"/>
            <a:endParaRPr lang="es-419" dirty="0">
              <a:solidFill>
                <a:schemeClr val="tx1">
                  <a:lumMod val="50000"/>
                </a:schemeClr>
              </a:solidFill>
              <a:latin typeface="+mj-lt"/>
              <a:hlinkClick r:id="rId3"/>
            </a:endParaRPr>
          </a:p>
          <a:p>
            <a:pPr algn="just"/>
            <a:r>
              <a:rPr lang="es-ES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Fernández A. y Cesteros P. (2010). Las plataformas e-</a:t>
            </a:r>
            <a:r>
              <a:rPr lang="es-ES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learning</a:t>
            </a:r>
            <a:r>
              <a:rPr lang="es-ES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para la enseñanza y el aprendizaje universitario en Internet.  Consultado en: </a:t>
            </a:r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http://eprints.ucm.es/10682/1/capituloE_learning.pdf</a:t>
            </a:r>
          </a:p>
          <a:p>
            <a:pPr algn="just"/>
            <a:endParaRPr lang="es-419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just"/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UNESCO (2013).Enfoques Estratégicos sobre las TICS en Educación en América Latina y el Caribe. Ed. Oficina Regional de Educación para América Latina y el Caribe.</a:t>
            </a:r>
          </a:p>
          <a:p>
            <a:pPr algn="just"/>
            <a:endParaRPr lang="es-419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just"/>
            <a:r>
              <a:rPr lang="es-419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IPSOS</a:t>
            </a:r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(2018). Perfil del Adolescente y Joven Peruano. Consultado en: https://www.ipsos.com/sites/default/files/ct/publication/documents/2018-09/perfil_del_adolescente_joven_peruano_2018_.pdf</a:t>
            </a:r>
          </a:p>
          <a:p>
            <a:pPr algn="just"/>
            <a:endParaRPr lang="es-419" dirty="0">
              <a:solidFill>
                <a:schemeClr val="tx1">
                  <a:lumMod val="50000"/>
                </a:schemeClr>
              </a:solidFill>
              <a:latin typeface="+mj-lt"/>
            </a:endParaRPr>
          </a:p>
          <a:p>
            <a:pPr algn="just"/>
            <a:r>
              <a:rPr lang="es-419" dirty="0" err="1">
                <a:solidFill>
                  <a:schemeClr val="tx1">
                    <a:lumMod val="50000"/>
                  </a:schemeClr>
                </a:solidFill>
                <a:latin typeface="+mj-lt"/>
              </a:rPr>
              <a:t>Mateus</a:t>
            </a:r>
            <a:r>
              <a:rPr lang="es-419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J. y Muro E. (2015). Competencias TIC. Consultado en: http://repositorio.ulima.edu.pe/bitstream/handle/ulima/3385/Mateus_Borea_Julio.pdf?sequence=1&amp;isAllowed=y</a:t>
            </a:r>
            <a:endParaRPr lang="es-PE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298503" y="345837"/>
            <a:ext cx="27574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800" b="1" dirty="0">
                <a:solidFill>
                  <a:srgbClr val="002060"/>
                </a:solidFill>
              </a:rPr>
              <a:t>REFERENCIAS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814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C3358FC-1FCD-4C81-9176-BC455893C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90" y="948492"/>
            <a:ext cx="5970873" cy="368825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9671224">
            <a:off x="553452" y="1231241"/>
            <a:ext cx="3320717" cy="489274"/>
          </a:xfrm>
        </p:spPr>
        <p:txBody>
          <a:bodyPr/>
          <a:lstStyle/>
          <a:p>
            <a:pPr algn="ctr"/>
            <a:r>
              <a:rPr lang="es-ES" sz="4000" b="1" dirty="0">
                <a:solidFill>
                  <a:srgbClr val="002060"/>
                </a:solidFill>
                <a:latin typeface="+mj-lt"/>
              </a:rPr>
              <a:t>Gracias</a:t>
            </a:r>
            <a:endParaRPr lang="en-US" sz="40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7991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4364</TotalTime>
  <Words>629</Words>
  <Application>Microsoft Office PowerPoint</Application>
  <PresentationFormat>Presentación en pantalla (16:9)</PresentationFormat>
  <Paragraphs>133</Paragraphs>
  <Slides>22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2" baseType="lpstr">
      <vt:lpstr>Arial</vt:lpstr>
      <vt:lpstr>Wingdings</vt:lpstr>
      <vt:lpstr>Copperplate Gothic Bold</vt:lpstr>
      <vt:lpstr>Barlow Light</vt:lpstr>
      <vt:lpstr>Calibri</vt:lpstr>
      <vt:lpstr>Calibri Light</vt:lpstr>
      <vt:lpstr>Aparajita</vt:lpstr>
      <vt:lpstr>Magneto</vt:lpstr>
      <vt:lpstr>Raleway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Información confiable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pacheco</cp:lastModifiedBy>
  <cp:revision>103</cp:revision>
  <dcterms:modified xsi:type="dcterms:W3CDTF">2021-06-22T12:01:54Z</dcterms:modified>
</cp:coreProperties>
</file>